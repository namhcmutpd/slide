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3" r:id="rId7"/>
    <p:sldId id="262" r:id="rId8"/>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6B8601-C0A9-4BCC-97B1-A2E198316FB4}" v="2" dt="2026-10-24T13:33:35.1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0024" autoAdjust="0"/>
  </p:normalViewPr>
  <p:slideViewPr>
    <p:cSldViewPr snapToGrid="0">
      <p:cViewPr varScale="1">
        <p:scale>
          <a:sx n="62" d="100"/>
          <a:sy n="62" d="100"/>
        </p:scale>
        <p:origin x="1459"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ương Nam" userId="19f9884987ade880" providerId="LiveId" clId="{F6FDEEAE-576F-4E96-97E1-8BCF92497ECF}"/>
    <pc:docChg chg="custSel addSld delSld modSld">
      <pc:chgData name="Trương Nam" userId="19f9884987ade880" providerId="LiveId" clId="{F6FDEEAE-576F-4E96-97E1-8BCF92497ECF}" dt="2026-10-24T17:45:33.918" v="28" actId="20577"/>
      <pc:docMkLst>
        <pc:docMk/>
      </pc:docMkLst>
      <pc:sldChg chg="modSp mod">
        <pc:chgData name="Trương Nam" userId="19f9884987ade880" providerId="LiveId" clId="{F6FDEEAE-576F-4E96-97E1-8BCF92497ECF}" dt="2026-10-24T17:45:33.918" v="28" actId="20577"/>
        <pc:sldMkLst>
          <pc:docMk/>
          <pc:sldMk cId="1785108861" sldId="258"/>
        </pc:sldMkLst>
        <pc:spChg chg="mod">
          <ac:chgData name="Trương Nam" userId="19f9884987ade880" providerId="LiveId" clId="{F6FDEEAE-576F-4E96-97E1-8BCF92497ECF}" dt="2026-10-24T17:45:33.918" v="28" actId="20577"/>
          <ac:spMkLst>
            <pc:docMk/>
            <pc:sldMk cId="1785108861" sldId="258"/>
            <ac:spMk id="5" creationId="{0CB54240-7A19-4E8F-AC31-A052B9348174}"/>
          </ac:spMkLst>
        </pc:spChg>
      </pc:sldChg>
      <pc:sldChg chg="addSp delSp modSp del mod">
        <pc:chgData name="Trương Nam" userId="19f9884987ade880" providerId="LiveId" clId="{F6FDEEAE-576F-4E96-97E1-8BCF92497ECF}" dt="2026-10-24T13:33:42.628" v="7" actId="47"/>
        <pc:sldMkLst>
          <pc:docMk/>
          <pc:sldMk cId="722544857" sldId="261"/>
        </pc:sldMkLst>
        <pc:spChg chg="mod">
          <ac:chgData name="Trương Nam" userId="19f9884987ade880" providerId="LiveId" clId="{F6FDEEAE-576F-4E96-97E1-8BCF92497ECF}" dt="2026-10-24T13:33:40.268" v="6" actId="1076"/>
          <ac:spMkLst>
            <pc:docMk/>
            <pc:sldMk cId="722544857" sldId="261"/>
            <ac:spMk id="2" creationId="{0751CFA3-9107-4E7A-8FBE-9A9C5BB8941C}"/>
          </ac:spMkLst>
        </pc:spChg>
        <pc:spChg chg="add del mod">
          <ac:chgData name="Trương Nam" userId="19f9884987ade880" providerId="LiveId" clId="{F6FDEEAE-576F-4E96-97E1-8BCF92497ECF}" dt="2026-10-24T13:33:24.762" v="2"/>
          <ac:spMkLst>
            <pc:docMk/>
            <pc:sldMk cId="722544857" sldId="261"/>
            <ac:spMk id="3" creationId="{62E85B25-85F7-57E7-B22C-957B5D158DBD}"/>
          </ac:spMkLst>
        </pc:spChg>
        <pc:spChg chg="add del mod">
          <ac:chgData name="Trương Nam" userId="19f9884987ade880" providerId="LiveId" clId="{F6FDEEAE-576F-4E96-97E1-8BCF92497ECF}" dt="2026-10-24T13:33:35.815" v="5"/>
          <ac:spMkLst>
            <pc:docMk/>
            <pc:sldMk cId="722544857" sldId="261"/>
            <ac:spMk id="4" creationId="{08B366EF-CDDA-63B3-6572-F91785A28309}"/>
          </ac:spMkLst>
        </pc:spChg>
      </pc:sldChg>
      <pc:sldChg chg="delSp modSp mod delAnim">
        <pc:chgData name="Trương Nam" userId="19f9884987ade880" providerId="LiveId" clId="{F6FDEEAE-576F-4E96-97E1-8BCF92497ECF}" dt="2026-10-24T14:40:56.481" v="27" actId="1076"/>
        <pc:sldMkLst>
          <pc:docMk/>
          <pc:sldMk cId="1234460939" sldId="262"/>
        </pc:sldMkLst>
        <pc:spChg chg="mod">
          <ac:chgData name="Trương Nam" userId="19f9884987ade880" providerId="LiveId" clId="{F6FDEEAE-576F-4E96-97E1-8BCF92497ECF}" dt="2026-10-24T14:40:56.481" v="27" actId="1076"/>
          <ac:spMkLst>
            <pc:docMk/>
            <pc:sldMk cId="1234460939" sldId="262"/>
            <ac:spMk id="2" creationId="{10E06557-19E3-468C-8211-1FC5097AE788}"/>
          </ac:spMkLst>
        </pc:spChg>
        <pc:spChg chg="del">
          <ac:chgData name="Trương Nam" userId="19f9884987ade880" providerId="LiveId" clId="{F6FDEEAE-576F-4E96-97E1-8BCF92497ECF}" dt="2026-10-24T14:40:48.367" v="23" actId="478"/>
          <ac:spMkLst>
            <pc:docMk/>
            <pc:sldMk cId="1234460939" sldId="262"/>
            <ac:spMk id="3" creationId="{418FD135-C3FD-4FEC-B5A0-BABA6A9842E9}"/>
          </ac:spMkLst>
        </pc:spChg>
        <pc:spChg chg="del">
          <ac:chgData name="Trương Nam" userId="19f9884987ade880" providerId="LiveId" clId="{F6FDEEAE-576F-4E96-97E1-8BCF92497ECF}" dt="2026-10-24T14:40:49.945" v="24" actId="478"/>
          <ac:spMkLst>
            <pc:docMk/>
            <pc:sldMk cId="1234460939" sldId="262"/>
            <ac:spMk id="4" creationId="{32A75AAC-94C3-4628-8F6C-1BF5FA1E6D4A}"/>
          </ac:spMkLst>
        </pc:spChg>
        <pc:spChg chg="del">
          <ac:chgData name="Trương Nam" userId="19f9884987ade880" providerId="LiveId" clId="{F6FDEEAE-576F-4E96-97E1-8BCF92497ECF}" dt="2026-10-24T14:40:50.907" v="25" actId="478"/>
          <ac:spMkLst>
            <pc:docMk/>
            <pc:sldMk cId="1234460939" sldId="262"/>
            <ac:spMk id="5" creationId="{BDDE04CA-C000-4287-8593-927A415869D2}"/>
          </ac:spMkLst>
        </pc:spChg>
        <pc:spChg chg="del">
          <ac:chgData name="Trương Nam" userId="19f9884987ade880" providerId="LiveId" clId="{F6FDEEAE-576F-4E96-97E1-8BCF92497ECF}" dt="2026-10-24T14:40:52.309" v="26" actId="478"/>
          <ac:spMkLst>
            <pc:docMk/>
            <pc:sldMk cId="1234460939" sldId="262"/>
            <ac:spMk id="6" creationId="{7C4D0AC1-55E6-4F97-B590-704D2D794946}"/>
          </ac:spMkLst>
        </pc:spChg>
      </pc:sldChg>
      <pc:sldChg chg="addSp delSp modSp add mod delAnim">
        <pc:chgData name="Trương Nam" userId="19f9884987ade880" providerId="LiveId" clId="{F6FDEEAE-576F-4E96-97E1-8BCF92497ECF}" dt="2026-10-24T13:34:04.415" v="22" actId="1076"/>
        <pc:sldMkLst>
          <pc:docMk/>
          <pc:sldMk cId="802195850" sldId="263"/>
        </pc:sldMkLst>
        <pc:spChg chg="del">
          <ac:chgData name="Trương Nam" userId="19f9884987ade880" providerId="LiveId" clId="{F6FDEEAE-576F-4E96-97E1-8BCF92497ECF}" dt="2026-10-24T13:33:50.004" v="10" actId="478"/>
          <ac:spMkLst>
            <pc:docMk/>
            <pc:sldMk cId="802195850" sldId="263"/>
            <ac:spMk id="5" creationId="{A535EE4F-6AF2-BC65-8CCA-C063319E942F}"/>
          </ac:spMkLst>
        </pc:spChg>
        <pc:spChg chg="del">
          <ac:chgData name="Trương Nam" userId="19f9884987ade880" providerId="LiveId" clId="{F6FDEEAE-576F-4E96-97E1-8BCF92497ECF}" dt="2026-10-24T13:33:50.004" v="10" actId="478"/>
          <ac:spMkLst>
            <pc:docMk/>
            <pc:sldMk cId="802195850" sldId="263"/>
            <ac:spMk id="6" creationId="{AD8A35E8-F137-9AD5-B668-0567EA59F6F6}"/>
          </ac:spMkLst>
        </pc:spChg>
        <pc:spChg chg="del">
          <ac:chgData name="Trương Nam" userId="19f9884987ade880" providerId="LiveId" clId="{F6FDEEAE-576F-4E96-97E1-8BCF92497ECF}" dt="2026-10-24T13:33:50.004" v="10" actId="478"/>
          <ac:spMkLst>
            <pc:docMk/>
            <pc:sldMk cId="802195850" sldId="263"/>
            <ac:spMk id="7" creationId="{3F2C40AA-C46C-40F2-E8A1-44AC0516C55C}"/>
          </ac:spMkLst>
        </pc:spChg>
        <pc:spChg chg="del">
          <ac:chgData name="Trương Nam" userId="19f9884987ade880" providerId="LiveId" clId="{F6FDEEAE-576F-4E96-97E1-8BCF92497ECF}" dt="2026-10-24T13:33:50.004" v="10" actId="478"/>
          <ac:spMkLst>
            <pc:docMk/>
            <pc:sldMk cId="802195850" sldId="263"/>
            <ac:spMk id="12" creationId="{64D5BB44-B600-8877-26C3-525A802195C3}"/>
          </ac:spMkLst>
        </pc:spChg>
        <pc:spChg chg="del">
          <ac:chgData name="Trương Nam" userId="19f9884987ade880" providerId="LiveId" clId="{F6FDEEAE-576F-4E96-97E1-8BCF92497ECF}" dt="2026-10-24T13:33:50.004" v="10" actId="478"/>
          <ac:spMkLst>
            <pc:docMk/>
            <pc:sldMk cId="802195850" sldId="263"/>
            <ac:spMk id="13" creationId="{B7B42AA2-0268-26F4-12A9-F7958C36B9B8}"/>
          </ac:spMkLst>
        </pc:spChg>
        <pc:spChg chg="del">
          <ac:chgData name="Trương Nam" userId="19f9884987ade880" providerId="LiveId" clId="{F6FDEEAE-576F-4E96-97E1-8BCF92497ECF}" dt="2026-10-24T13:33:50.004" v="10" actId="478"/>
          <ac:spMkLst>
            <pc:docMk/>
            <pc:sldMk cId="802195850" sldId="263"/>
            <ac:spMk id="14" creationId="{FE437906-6F0F-CC6A-2B0D-191B14C571F1}"/>
          </ac:spMkLst>
        </pc:spChg>
        <pc:spChg chg="del">
          <ac:chgData name="Trương Nam" userId="19f9884987ade880" providerId="LiveId" clId="{F6FDEEAE-576F-4E96-97E1-8BCF92497ECF}" dt="2026-10-24T13:33:50.004" v="10" actId="478"/>
          <ac:spMkLst>
            <pc:docMk/>
            <pc:sldMk cId="802195850" sldId="263"/>
            <ac:spMk id="16" creationId="{64AB1438-A63A-231A-752B-C372C857EEE6}"/>
          </ac:spMkLst>
        </pc:spChg>
        <pc:spChg chg="del">
          <ac:chgData name="Trương Nam" userId="19f9884987ade880" providerId="LiveId" clId="{F6FDEEAE-576F-4E96-97E1-8BCF92497ECF}" dt="2026-10-24T13:33:50.004" v="10" actId="478"/>
          <ac:spMkLst>
            <pc:docMk/>
            <pc:sldMk cId="802195850" sldId="263"/>
            <ac:spMk id="17" creationId="{FE405314-A157-03A8-1BE7-46AF91315694}"/>
          </ac:spMkLst>
        </pc:spChg>
        <pc:spChg chg="del">
          <ac:chgData name="Trương Nam" userId="19f9884987ade880" providerId="LiveId" clId="{F6FDEEAE-576F-4E96-97E1-8BCF92497ECF}" dt="2026-10-24T13:33:50.004" v="10" actId="478"/>
          <ac:spMkLst>
            <pc:docMk/>
            <pc:sldMk cId="802195850" sldId="263"/>
            <ac:spMk id="19" creationId="{D689157F-180A-C678-904B-13C1835C1BD1}"/>
          </ac:spMkLst>
        </pc:spChg>
        <pc:spChg chg="del mod">
          <ac:chgData name="Trương Nam" userId="19f9884987ade880" providerId="LiveId" clId="{F6FDEEAE-576F-4E96-97E1-8BCF92497ECF}" dt="2026-10-24T13:33:50.004" v="10" actId="478"/>
          <ac:spMkLst>
            <pc:docMk/>
            <pc:sldMk cId="802195850" sldId="263"/>
            <ac:spMk id="21" creationId="{D961C6F1-006E-3B60-00C3-B1A2C6F65FF1}"/>
          </ac:spMkLst>
        </pc:spChg>
        <pc:spChg chg="add mod">
          <ac:chgData name="Trương Nam" userId="19f9884987ade880" providerId="LiveId" clId="{F6FDEEAE-576F-4E96-97E1-8BCF92497ECF}" dt="2026-10-24T13:34:04.415" v="22" actId="1076"/>
          <ac:spMkLst>
            <pc:docMk/>
            <pc:sldMk cId="802195850" sldId="263"/>
            <ac:spMk id="23" creationId="{19CB2C5E-3CD6-709E-8C61-1E03A2F607B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MỞ ĐẦU</a:t>
            </a:r>
          </a:p>
          <a:p>
            <a:r>
              <a:t>Em xin trình bày phần review Sample Task về luồng giao tiếp CAN giữa MDC và PAS. Phạm vi em thực hiện là BSW phía PAS. Mục tiêu của task là giúp em hiểu rõ hơn về AUTOSAR, CAN và ECU qua một luồng giao tiếp cụ thể.</a:t>
            </a:r>
          </a:p>
          <a:p>
            <a:r>
              <a:t>Em sẽ đi theo trình tự nhận task, Analysis, Design, Implementation và Test, sau đó gửi lời cảm ơn đến mọi người đã hỗ trợ em.</a:t>
            </a:r>
          </a:p>
          <a:p>
            <a:r>
              <a:t>Nguồn nội dung: mô tả Sample Task do người trình bày cung cấp ngày 24/10/2026. Hình nền: minh họa trừu tượng tạo bằng ImageGen, không phải phần cứng thật của dự án.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NHẬN TASK</a:t>
            </a:r>
          </a:p>
          <a:p>
            <a:r>
              <a:t>Có hai ECU tham gia: MDC và PAS. Phần em thực hiện là BSW trên PAS. Từ góc nhìn PAS, phạm vi gồm ba frame: Rx VehicleStatus, Rx KeyLearn và Tx KeyLearn.</a:t>
            </a:r>
          </a:p>
          <a:p>
            <a:r>
              <a:t>VehicleStatus từ MDC có chu kỳ 20 ms. Khi PAS nhận KeyLearn từ MDC, PAS cần gửi KeyLearn theo cơ chế event trigger. Vì vậy, hai frame cùng tên KeyLearn cần được phân biệt bằng chiều giao tiếp.</a:t>
            </a:r>
          </a:p>
          <a:p>
            <a:r>
              <a:t>Từ phạm vi này, em chuyển sang bước Analysis để hiểu rõ từng requirement và những nội dung cần xác nhận thêm.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ANALYSIS</a:t>
            </a:r>
          </a:p>
          <a:p>
            <a:r>
              <a:t>Ở bước Analysis, điều quan trọng nhất với em là hiểu đúng requirement trước khi bắt đầu cấu hình. Có ba nhóm cần làm rõ.</a:t>
            </a:r>
          </a:p>
          <a:p>
            <a:r>
              <a:t>Thứ nhất là định nghĩa frame: CAN ID, DLC và cách bố trí signal. Thứ hai là timing và trigger: chu kỳ VehicleStatus 20 ms và điều kiện gửi phản hồi KeyLearn. Thứ ba là tiêu chí chấp nhận: payload mong đợi và hành vi có thể quan sát khi test.</a:t>
            </a:r>
          </a:p>
          <a:p>
            <a:r>
              <a:t>Với nội dung chưa biết hoặc chưa hiểu, em cần trao đổi lại với senior thay vì tự giả định. Ví dụ, với KeyLearn, cần xác nhận request nào kích hoạt response và payload phản hồi cần thể hiện điều gì.</a:t>
            </a:r>
          </a:p>
          <a:p>
            <a:r>
              <a:t>Sau khi cách hiểu requirement rõ ràng, em mới có cơ sở để thiết kế kế hoạch cấu hình và kiểm thử.</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DESIGN</a:t>
            </a:r>
          </a:p>
          <a:p>
            <a:r>
              <a:t>Ở bước Design, em chia công việc thành preparation và execution plan.</a:t>
            </a:r>
          </a:p>
          <a:p>
            <a:r>
              <a:t>Preparation gồm chuẩn bị môi trường dự án, các đầu vào cấu hình CAN và kiến thức cần dùng. Phần kiến thức tập trung vào các lớp AUTOSAR và đường đi của dữ liệu CAN.</a:t>
            </a:r>
          </a:p>
          <a:p>
            <a:r>
              <a:t>Execution plan gồm implementation plan và test plan. Với implementation, em xác định thứ tự cấu hình và mapping của các luồng Rx, Tx. Với test, em gắn từng case với requirement, xác định đầu vào và expected behavior.</a:t>
            </a:r>
          </a:p>
          <a:p>
            <a:r>
              <a:t>Nhờ có kế hoạch này, khi sang implementation em biết phần nào cần cấu hình, còn khi test em có cơ sở để đối chiếu hành vi thực tế.</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a:t>
            </a:r>
          </a:p>
          <a:p>
            <a:r>
              <a:t>Ở phần implementation, em đi theo chuỗi cấu hình của task: Can 0, CanIf, PduR và COM. Can 0 là điểm bắt đầu ở mức controller theo cách gọi trong dự án. CanIf ánh xạ giao tiếp CAN, PduR định tuyến PDU, còn COM xử lý signal và I-PDU.</a:t>
            </a:r>
          </a:p>
          <a:p>
            <a:r>
              <a:t>Đây là thứ tự cấu hình để trình bày công việc. Ở runtime, Rx đi từ driver lên các lớp phía trên, còn Tx đi theo chiều ngược.</a:t>
            </a:r>
          </a:p>
          <a:p>
            <a:r>
              <a:t>Về chức năng, PAS nhận VehicleStatus và KeyLearn từ MDC. Khi có KeyLearn Rx, implementation cần nối sự kiện nhận với yêu cầu gửi KeyLearn Tx. Cấu hình routing riêng lẻ không tự tạo logic phản hồi này.</a:t>
            </a:r>
          </a:p>
          <a:p>
            <a:r>
              <a:t>Em xin điểm lại cách cấu hình và những vướng mắc thực tế trong phần em đã làm trước khi chuyển sang test.</a:t>
            </a:r>
          </a:p>
          <a:p>
            <a:r>
              <a:t>Tài liệu tham chiếu: AUTOSAR Layered Software Architecture, https://www.autosar.org/fileadmin/standards/R24-11/CP/AUTOSAR_CP_EXP_LayeredSoftwareArchitecture.pdf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3EC7C-4803-70D2-110B-2CA354E30F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2A6279-7F30-C322-5339-5F0CD4749E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7AE93F-451D-A58C-C1F5-1FC066D026CB}"/>
              </a:ext>
            </a:extLst>
          </p:cNvPr>
          <p:cNvSpPr>
            <a:spLocks noGrp="1"/>
          </p:cNvSpPr>
          <p:nvPr>
            <p:ph type="body" idx="1"/>
          </p:nvPr>
        </p:nvSpPr>
        <p:spPr/>
        <p:txBody>
          <a:bodyPr/>
          <a:lstStyle/>
          <a:p>
            <a:r>
              <a:rPr dirty="0"/>
              <a:t>IMPLEMENTATION</a:t>
            </a:r>
          </a:p>
          <a:p>
            <a:r>
              <a:rPr dirty="0"/>
              <a:t>Ở </a:t>
            </a:r>
            <a:r>
              <a:rPr dirty="0" err="1"/>
              <a:t>phần</a:t>
            </a:r>
            <a:r>
              <a:rPr dirty="0"/>
              <a:t> implementation, </a:t>
            </a:r>
            <a:r>
              <a:rPr dirty="0" err="1"/>
              <a:t>em</a:t>
            </a:r>
            <a:r>
              <a:rPr dirty="0"/>
              <a:t> </a:t>
            </a:r>
            <a:r>
              <a:rPr dirty="0" err="1"/>
              <a:t>đi</a:t>
            </a:r>
            <a:r>
              <a:rPr dirty="0"/>
              <a:t> </a:t>
            </a:r>
            <a:r>
              <a:rPr dirty="0" err="1"/>
              <a:t>theo</a:t>
            </a:r>
            <a:r>
              <a:rPr dirty="0"/>
              <a:t> </a:t>
            </a:r>
            <a:r>
              <a:rPr dirty="0" err="1"/>
              <a:t>chuỗi</a:t>
            </a:r>
            <a:r>
              <a:rPr dirty="0"/>
              <a:t> </a:t>
            </a:r>
            <a:r>
              <a:rPr dirty="0" err="1"/>
              <a:t>cấu</a:t>
            </a:r>
            <a:r>
              <a:rPr dirty="0"/>
              <a:t> </a:t>
            </a:r>
            <a:r>
              <a:rPr dirty="0" err="1"/>
              <a:t>hình</a:t>
            </a:r>
            <a:r>
              <a:rPr dirty="0"/>
              <a:t> </a:t>
            </a:r>
            <a:r>
              <a:rPr dirty="0" err="1"/>
              <a:t>của</a:t>
            </a:r>
            <a:r>
              <a:rPr dirty="0"/>
              <a:t> task: Can 0, CanIf, </a:t>
            </a:r>
            <a:r>
              <a:rPr dirty="0" err="1"/>
              <a:t>PduR</a:t>
            </a:r>
            <a:r>
              <a:rPr dirty="0"/>
              <a:t> </a:t>
            </a:r>
            <a:r>
              <a:rPr dirty="0" err="1"/>
              <a:t>và</a:t>
            </a:r>
            <a:r>
              <a:rPr dirty="0"/>
              <a:t> COM. Can 0 </a:t>
            </a:r>
            <a:r>
              <a:rPr dirty="0" err="1"/>
              <a:t>là</a:t>
            </a:r>
            <a:r>
              <a:rPr dirty="0"/>
              <a:t> </a:t>
            </a:r>
            <a:r>
              <a:rPr dirty="0" err="1"/>
              <a:t>điểm</a:t>
            </a:r>
            <a:r>
              <a:rPr dirty="0"/>
              <a:t> </a:t>
            </a:r>
            <a:r>
              <a:rPr dirty="0" err="1"/>
              <a:t>bắt</a:t>
            </a:r>
            <a:r>
              <a:rPr dirty="0"/>
              <a:t> </a:t>
            </a:r>
            <a:r>
              <a:rPr dirty="0" err="1"/>
              <a:t>đầu</a:t>
            </a:r>
            <a:r>
              <a:rPr dirty="0"/>
              <a:t> ở </a:t>
            </a:r>
            <a:r>
              <a:rPr dirty="0" err="1"/>
              <a:t>mức</a:t>
            </a:r>
            <a:r>
              <a:rPr dirty="0"/>
              <a:t> controller </a:t>
            </a:r>
            <a:r>
              <a:rPr dirty="0" err="1"/>
              <a:t>theo</a:t>
            </a:r>
            <a:r>
              <a:rPr dirty="0"/>
              <a:t> </a:t>
            </a:r>
            <a:r>
              <a:rPr dirty="0" err="1"/>
              <a:t>cách</a:t>
            </a:r>
            <a:r>
              <a:rPr dirty="0"/>
              <a:t> </a:t>
            </a:r>
            <a:r>
              <a:rPr dirty="0" err="1"/>
              <a:t>gọi</a:t>
            </a:r>
            <a:r>
              <a:rPr dirty="0"/>
              <a:t> </a:t>
            </a:r>
            <a:r>
              <a:rPr dirty="0" err="1"/>
              <a:t>trong</a:t>
            </a:r>
            <a:r>
              <a:rPr dirty="0"/>
              <a:t> </a:t>
            </a:r>
            <a:r>
              <a:rPr dirty="0" err="1"/>
              <a:t>dự</a:t>
            </a:r>
            <a:r>
              <a:rPr dirty="0"/>
              <a:t> </a:t>
            </a:r>
            <a:r>
              <a:rPr dirty="0" err="1"/>
              <a:t>án</a:t>
            </a:r>
            <a:r>
              <a:rPr dirty="0"/>
              <a:t>. CanIf </a:t>
            </a:r>
            <a:r>
              <a:rPr dirty="0" err="1"/>
              <a:t>ánh</a:t>
            </a:r>
            <a:r>
              <a:rPr dirty="0"/>
              <a:t> </a:t>
            </a:r>
            <a:r>
              <a:rPr dirty="0" err="1"/>
              <a:t>xạ</a:t>
            </a:r>
            <a:r>
              <a:rPr dirty="0"/>
              <a:t> </a:t>
            </a:r>
            <a:r>
              <a:rPr dirty="0" err="1"/>
              <a:t>giao</a:t>
            </a:r>
            <a:r>
              <a:rPr dirty="0"/>
              <a:t> </a:t>
            </a:r>
            <a:r>
              <a:rPr dirty="0" err="1"/>
              <a:t>tiếp</a:t>
            </a:r>
            <a:r>
              <a:rPr dirty="0"/>
              <a:t> CAN, </a:t>
            </a:r>
            <a:r>
              <a:rPr dirty="0" err="1"/>
              <a:t>PduR</a:t>
            </a:r>
            <a:r>
              <a:rPr dirty="0"/>
              <a:t> </a:t>
            </a:r>
            <a:r>
              <a:rPr dirty="0" err="1"/>
              <a:t>định</a:t>
            </a:r>
            <a:r>
              <a:rPr dirty="0"/>
              <a:t> </a:t>
            </a:r>
            <a:r>
              <a:rPr dirty="0" err="1"/>
              <a:t>tuyến</a:t>
            </a:r>
            <a:r>
              <a:rPr dirty="0"/>
              <a:t> PDU, </a:t>
            </a:r>
            <a:r>
              <a:rPr dirty="0" err="1"/>
              <a:t>còn</a:t>
            </a:r>
            <a:r>
              <a:rPr dirty="0"/>
              <a:t> COM </a:t>
            </a:r>
            <a:r>
              <a:rPr dirty="0" err="1"/>
              <a:t>xử</a:t>
            </a:r>
            <a:r>
              <a:rPr dirty="0"/>
              <a:t> </a:t>
            </a:r>
            <a:r>
              <a:rPr dirty="0" err="1"/>
              <a:t>lý</a:t>
            </a:r>
            <a:r>
              <a:rPr dirty="0"/>
              <a:t> signal </a:t>
            </a:r>
            <a:r>
              <a:rPr dirty="0" err="1"/>
              <a:t>và</a:t>
            </a:r>
            <a:r>
              <a:rPr dirty="0"/>
              <a:t> I-PDU.</a:t>
            </a:r>
          </a:p>
          <a:p>
            <a:r>
              <a:rPr dirty="0" err="1"/>
              <a:t>Đây</a:t>
            </a:r>
            <a:r>
              <a:rPr dirty="0"/>
              <a:t> </a:t>
            </a:r>
            <a:r>
              <a:rPr dirty="0" err="1"/>
              <a:t>là</a:t>
            </a:r>
            <a:r>
              <a:rPr dirty="0"/>
              <a:t> </a:t>
            </a:r>
            <a:r>
              <a:rPr dirty="0" err="1"/>
              <a:t>thứ</a:t>
            </a:r>
            <a:r>
              <a:rPr dirty="0"/>
              <a:t> </a:t>
            </a:r>
            <a:r>
              <a:rPr dirty="0" err="1"/>
              <a:t>tự</a:t>
            </a:r>
            <a:r>
              <a:rPr dirty="0"/>
              <a:t> </a:t>
            </a:r>
            <a:r>
              <a:rPr dirty="0" err="1"/>
              <a:t>cấu</a:t>
            </a:r>
            <a:r>
              <a:rPr dirty="0"/>
              <a:t> </a:t>
            </a:r>
            <a:r>
              <a:rPr dirty="0" err="1"/>
              <a:t>hình</a:t>
            </a:r>
            <a:r>
              <a:rPr dirty="0"/>
              <a:t> </a:t>
            </a:r>
            <a:r>
              <a:rPr dirty="0" err="1"/>
              <a:t>để</a:t>
            </a:r>
            <a:r>
              <a:rPr dirty="0"/>
              <a:t> </a:t>
            </a:r>
            <a:r>
              <a:rPr dirty="0" err="1"/>
              <a:t>trình</a:t>
            </a:r>
            <a:r>
              <a:rPr dirty="0"/>
              <a:t> </a:t>
            </a:r>
            <a:r>
              <a:rPr dirty="0" err="1"/>
              <a:t>bày</a:t>
            </a:r>
            <a:r>
              <a:rPr dirty="0"/>
              <a:t> </a:t>
            </a:r>
            <a:r>
              <a:rPr dirty="0" err="1"/>
              <a:t>công</a:t>
            </a:r>
            <a:r>
              <a:rPr dirty="0"/>
              <a:t> </a:t>
            </a:r>
            <a:r>
              <a:rPr dirty="0" err="1"/>
              <a:t>việc</a:t>
            </a:r>
            <a:r>
              <a:rPr dirty="0"/>
              <a:t>. Ở runtime, Rx </a:t>
            </a:r>
            <a:r>
              <a:rPr dirty="0" err="1"/>
              <a:t>đi</a:t>
            </a:r>
            <a:r>
              <a:rPr dirty="0"/>
              <a:t> </a:t>
            </a:r>
            <a:r>
              <a:rPr dirty="0" err="1"/>
              <a:t>từ</a:t>
            </a:r>
            <a:r>
              <a:rPr dirty="0"/>
              <a:t> driver </a:t>
            </a:r>
            <a:r>
              <a:rPr dirty="0" err="1"/>
              <a:t>lên</a:t>
            </a:r>
            <a:r>
              <a:rPr dirty="0"/>
              <a:t> </a:t>
            </a:r>
            <a:r>
              <a:rPr dirty="0" err="1"/>
              <a:t>các</a:t>
            </a:r>
            <a:r>
              <a:rPr dirty="0"/>
              <a:t> </a:t>
            </a:r>
            <a:r>
              <a:rPr dirty="0" err="1"/>
              <a:t>lớp</a:t>
            </a:r>
            <a:r>
              <a:rPr dirty="0"/>
              <a:t> </a:t>
            </a:r>
            <a:r>
              <a:rPr dirty="0" err="1"/>
              <a:t>phía</a:t>
            </a:r>
            <a:r>
              <a:rPr dirty="0"/>
              <a:t> </a:t>
            </a:r>
            <a:r>
              <a:rPr dirty="0" err="1"/>
              <a:t>trên</a:t>
            </a:r>
            <a:r>
              <a:rPr dirty="0"/>
              <a:t>, </a:t>
            </a:r>
            <a:r>
              <a:rPr dirty="0" err="1"/>
              <a:t>còn</a:t>
            </a:r>
            <a:r>
              <a:rPr dirty="0"/>
              <a:t> Tx </a:t>
            </a:r>
            <a:r>
              <a:rPr dirty="0" err="1"/>
              <a:t>đi</a:t>
            </a:r>
            <a:r>
              <a:rPr dirty="0"/>
              <a:t> </a:t>
            </a:r>
            <a:r>
              <a:rPr dirty="0" err="1"/>
              <a:t>theo</a:t>
            </a:r>
            <a:r>
              <a:rPr dirty="0"/>
              <a:t> </a:t>
            </a:r>
            <a:r>
              <a:rPr dirty="0" err="1"/>
              <a:t>chiều</a:t>
            </a:r>
            <a:r>
              <a:rPr dirty="0"/>
              <a:t> </a:t>
            </a:r>
            <a:r>
              <a:rPr dirty="0" err="1"/>
              <a:t>ngược</a:t>
            </a:r>
            <a:r>
              <a:rPr dirty="0"/>
              <a:t>.</a:t>
            </a:r>
          </a:p>
          <a:p>
            <a:r>
              <a:rPr dirty="0" err="1"/>
              <a:t>Về</a:t>
            </a:r>
            <a:r>
              <a:rPr dirty="0"/>
              <a:t> </a:t>
            </a:r>
            <a:r>
              <a:rPr dirty="0" err="1"/>
              <a:t>chức</a:t>
            </a:r>
            <a:r>
              <a:rPr dirty="0"/>
              <a:t> </a:t>
            </a:r>
            <a:r>
              <a:rPr dirty="0" err="1"/>
              <a:t>năng</a:t>
            </a:r>
            <a:r>
              <a:rPr dirty="0"/>
              <a:t>, PAS </a:t>
            </a:r>
            <a:r>
              <a:rPr dirty="0" err="1"/>
              <a:t>nhận</a:t>
            </a:r>
            <a:r>
              <a:rPr dirty="0"/>
              <a:t> </a:t>
            </a:r>
            <a:r>
              <a:rPr dirty="0" err="1"/>
              <a:t>VehicleStatus</a:t>
            </a:r>
            <a:r>
              <a:rPr dirty="0"/>
              <a:t> </a:t>
            </a:r>
            <a:r>
              <a:rPr dirty="0" err="1"/>
              <a:t>và</a:t>
            </a:r>
            <a:r>
              <a:rPr dirty="0"/>
              <a:t> </a:t>
            </a:r>
            <a:r>
              <a:rPr dirty="0" err="1"/>
              <a:t>KeyLearn</a:t>
            </a:r>
            <a:r>
              <a:rPr dirty="0"/>
              <a:t> </a:t>
            </a:r>
            <a:r>
              <a:rPr dirty="0" err="1"/>
              <a:t>từ</a:t>
            </a:r>
            <a:r>
              <a:rPr dirty="0"/>
              <a:t> MDC. Khi </a:t>
            </a:r>
            <a:r>
              <a:rPr dirty="0" err="1"/>
              <a:t>có</a:t>
            </a:r>
            <a:r>
              <a:rPr dirty="0"/>
              <a:t> </a:t>
            </a:r>
            <a:r>
              <a:rPr dirty="0" err="1"/>
              <a:t>KeyLearn</a:t>
            </a:r>
            <a:r>
              <a:rPr dirty="0"/>
              <a:t> Rx, implementation </a:t>
            </a:r>
            <a:r>
              <a:rPr dirty="0" err="1"/>
              <a:t>cần</a:t>
            </a:r>
            <a:r>
              <a:rPr dirty="0"/>
              <a:t> </a:t>
            </a:r>
            <a:r>
              <a:rPr dirty="0" err="1"/>
              <a:t>nối</a:t>
            </a:r>
            <a:r>
              <a:rPr dirty="0"/>
              <a:t> </a:t>
            </a:r>
            <a:r>
              <a:rPr dirty="0" err="1"/>
              <a:t>sự</a:t>
            </a:r>
            <a:r>
              <a:rPr dirty="0"/>
              <a:t> </a:t>
            </a:r>
            <a:r>
              <a:rPr dirty="0" err="1"/>
              <a:t>kiện</a:t>
            </a:r>
            <a:r>
              <a:rPr dirty="0"/>
              <a:t> </a:t>
            </a:r>
            <a:r>
              <a:rPr dirty="0" err="1"/>
              <a:t>nhận</a:t>
            </a:r>
            <a:r>
              <a:rPr dirty="0"/>
              <a:t> </a:t>
            </a:r>
            <a:r>
              <a:rPr dirty="0" err="1"/>
              <a:t>với</a:t>
            </a:r>
            <a:r>
              <a:rPr dirty="0"/>
              <a:t> </a:t>
            </a:r>
            <a:r>
              <a:rPr dirty="0" err="1"/>
              <a:t>yêu</a:t>
            </a:r>
            <a:r>
              <a:rPr dirty="0"/>
              <a:t> </a:t>
            </a:r>
            <a:r>
              <a:rPr dirty="0" err="1"/>
              <a:t>cầu</a:t>
            </a:r>
            <a:r>
              <a:rPr dirty="0"/>
              <a:t> </a:t>
            </a:r>
            <a:r>
              <a:rPr dirty="0" err="1"/>
              <a:t>gửi</a:t>
            </a:r>
            <a:r>
              <a:rPr dirty="0"/>
              <a:t> </a:t>
            </a:r>
            <a:r>
              <a:rPr dirty="0" err="1"/>
              <a:t>KeyLearn</a:t>
            </a:r>
            <a:r>
              <a:rPr dirty="0"/>
              <a:t> Tx. </a:t>
            </a:r>
            <a:r>
              <a:rPr dirty="0" err="1"/>
              <a:t>Cấu</a:t>
            </a:r>
            <a:r>
              <a:rPr dirty="0"/>
              <a:t> </a:t>
            </a:r>
            <a:r>
              <a:rPr dirty="0" err="1"/>
              <a:t>hình</a:t>
            </a:r>
            <a:r>
              <a:rPr dirty="0"/>
              <a:t> routing </a:t>
            </a:r>
            <a:r>
              <a:rPr dirty="0" err="1"/>
              <a:t>riêng</a:t>
            </a:r>
            <a:r>
              <a:rPr dirty="0"/>
              <a:t> </a:t>
            </a:r>
            <a:r>
              <a:rPr dirty="0" err="1"/>
              <a:t>lẻ</a:t>
            </a:r>
            <a:r>
              <a:rPr dirty="0"/>
              <a:t> </a:t>
            </a:r>
            <a:r>
              <a:rPr dirty="0" err="1"/>
              <a:t>không</a:t>
            </a:r>
            <a:r>
              <a:rPr dirty="0"/>
              <a:t> </a:t>
            </a:r>
            <a:r>
              <a:rPr dirty="0" err="1"/>
              <a:t>tự</a:t>
            </a:r>
            <a:r>
              <a:rPr dirty="0"/>
              <a:t> </a:t>
            </a:r>
            <a:r>
              <a:rPr dirty="0" err="1"/>
              <a:t>tạo</a:t>
            </a:r>
            <a:r>
              <a:rPr dirty="0"/>
              <a:t> logic </a:t>
            </a:r>
            <a:r>
              <a:rPr dirty="0" err="1"/>
              <a:t>phản</a:t>
            </a:r>
            <a:r>
              <a:rPr dirty="0"/>
              <a:t> </a:t>
            </a:r>
            <a:r>
              <a:rPr dirty="0" err="1"/>
              <a:t>hồi</a:t>
            </a:r>
            <a:r>
              <a:rPr dirty="0"/>
              <a:t> </a:t>
            </a:r>
            <a:r>
              <a:rPr dirty="0" err="1"/>
              <a:t>này</a:t>
            </a:r>
            <a:r>
              <a:rPr dirty="0"/>
              <a:t>.</a:t>
            </a:r>
          </a:p>
          <a:p>
            <a:r>
              <a:rPr dirty="0"/>
              <a:t>Em </a:t>
            </a:r>
            <a:r>
              <a:rPr dirty="0" err="1"/>
              <a:t>xin</a:t>
            </a:r>
            <a:r>
              <a:rPr dirty="0"/>
              <a:t> </a:t>
            </a:r>
            <a:r>
              <a:rPr dirty="0" err="1"/>
              <a:t>điểm</a:t>
            </a:r>
            <a:r>
              <a:rPr dirty="0"/>
              <a:t> </a:t>
            </a:r>
            <a:r>
              <a:rPr dirty="0" err="1"/>
              <a:t>lại</a:t>
            </a:r>
            <a:r>
              <a:rPr dirty="0"/>
              <a:t> </a:t>
            </a:r>
            <a:r>
              <a:rPr dirty="0" err="1"/>
              <a:t>cách</a:t>
            </a:r>
            <a:r>
              <a:rPr dirty="0"/>
              <a:t> </a:t>
            </a:r>
            <a:r>
              <a:rPr dirty="0" err="1"/>
              <a:t>cấu</a:t>
            </a:r>
            <a:r>
              <a:rPr dirty="0"/>
              <a:t> </a:t>
            </a:r>
            <a:r>
              <a:rPr dirty="0" err="1"/>
              <a:t>hình</a:t>
            </a:r>
            <a:r>
              <a:rPr dirty="0"/>
              <a:t> </a:t>
            </a:r>
            <a:r>
              <a:rPr dirty="0" err="1"/>
              <a:t>và</a:t>
            </a:r>
            <a:r>
              <a:rPr dirty="0"/>
              <a:t> </a:t>
            </a:r>
            <a:r>
              <a:rPr dirty="0" err="1"/>
              <a:t>những</a:t>
            </a:r>
            <a:r>
              <a:rPr dirty="0"/>
              <a:t> </a:t>
            </a:r>
            <a:r>
              <a:rPr dirty="0" err="1"/>
              <a:t>vướng</a:t>
            </a:r>
            <a:r>
              <a:rPr dirty="0"/>
              <a:t> </a:t>
            </a:r>
            <a:r>
              <a:rPr dirty="0" err="1"/>
              <a:t>mắc</a:t>
            </a:r>
            <a:r>
              <a:rPr dirty="0"/>
              <a:t> </a:t>
            </a:r>
            <a:r>
              <a:rPr dirty="0" err="1"/>
              <a:t>thực</a:t>
            </a:r>
            <a:r>
              <a:rPr dirty="0"/>
              <a:t> </a:t>
            </a:r>
            <a:r>
              <a:rPr dirty="0" err="1"/>
              <a:t>tế</a:t>
            </a:r>
            <a:r>
              <a:rPr dirty="0"/>
              <a:t> </a:t>
            </a:r>
            <a:r>
              <a:rPr dirty="0" err="1"/>
              <a:t>trong</a:t>
            </a:r>
            <a:r>
              <a:rPr dirty="0"/>
              <a:t> </a:t>
            </a:r>
            <a:r>
              <a:rPr dirty="0" err="1"/>
              <a:t>phần</a:t>
            </a:r>
            <a:r>
              <a:rPr dirty="0"/>
              <a:t> </a:t>
            </a:r>
            <a:r>
              <a:rPr dirty="0" err="1"/>
              <a:t>em</a:t>
            </a:r>
            <a:r>
              <a:rPr dirty="0"/>
              <a:t> </a:t>
            </a:r>
            <a:r>
              <a:rPr dirty="0" err="1"/>
              <a:t>đã</a:t>
            </a:r>
            <a:r>
              <a:rPr dirty="0"/>
              <a:t> </a:t>
            </a:r>
            <a:r>
              <a:rPr dirty="0" err="1"/>
              <a:t>làm</a:t>
            </a:r>
            <a:r>
              <a:rPr dirty="0"/>
              <a:t> </a:t>
            </a:r>
            <a:r>
              <a:rPr dirty="0" err="1"/>
              <a:t>trước</a:t>
            </a:r>
            <a:r>
              <a:rPr dirty="0"/>
              <a:t> </a:t>
            </a:r>
            <a:r>
              <a:rPr dirty="0" err="1"/>
              <a:t>khi</a:t>
            </a:r>
            <a:r>
              <a:rPr dirty="0"/>
              <a:t> </a:t>
            </a:r>
            <a:r>
              <a:rPr dirty="0" err="1"/>
              <a:t>chuyển</a:t>
            </a:r>
            <a:r>
              <a:rPr dirty="0"/>
              <a:t> sang test.</a:t>
            </a:r>
          </a:p>
          <a:p>
            <a:r>
              <a:rPr dirty="0"/>
              <a:t>Tài </a:t>
            </a:r>
            <a:r>
              <a:rPr dirty="0" err="1"/>
              <a:t>liệu</a:t>
            </a:r>
            <a:r>
              <a:rPr dirty="0"/>
              <a:t> </a:t>
            </a:r>
            <a:r>
              <a:rPr dirty="0" err="1"/>
              <a:t>tham</a:t>
            </a:r>
            <a:r>
              <a:rPr dirty="0"/>
              <a:t> </a:t>
            </a:r>
            <a:r>
              <a:rPr dirty="0" err="1"/>
              <a:t>chiếu</a:t>
            </a:r>
            <a:r>
              <a:rPr dirty="0"/>
              <a:t>: AUTOSAR Layered Software Architecture, https://www.autosar.org/fileadmin/standards/R24-11/CP/AUTOSAR_CP_EXP_LayeredSoftwareArchitecture.pdf .</a:t>
            </a:r>
          </a:p>
        </p:txBody>
      </p:sp>
      <p:sp>
        <p:nvSpPr>
          <p:cNvPr id="4" name="Slide Number Placeholder 3">
            <a:extLst>
              <a:ext uri="{FF2B5EF4-FFF2-40B4-BE49-F238E27FC236}">
                <a16:creationId xmlns:a16="http://schemas.microsoft.com/office/drawing/2014/main" id="{1EC597C3-77FE-25CA-3962-2FFC791F982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5338989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LỜI CẢM ƠN</a:t>
            </a:r>
          </a:p>
          <a:p>
            <a:r>
              <a:rPr dirty="0" err="1"/>
              <a:t>Trước</a:t>
            </a:r>
            <a:r>
              <a:rPr dirty="0"/>
              <a:t> </a:t>
            </a:r>
            <a:r>
              <a:rPr dirty="0" err="1"/>
              <a:t>khi</a:t>
            </a:r>
            <a:r>
              <a:rPr dirty="0"/>
              <a:t> </a:t>
            </a:r>
            <a:r>
              <a:rPr dirty="0" err="1"/>
              <a:t>kết</a:t>
            </a:r>
            <a:r>
              <a:rPr dirty="0"/>
              <a:t> </a:t>
            </a:r>
            <a:r>
              <a:rPr dirty="0" err="1"/>
              <a:t>thúc</a:t>
            </a:r>
            <a:r>
              <a:rPr dirty="0"/>
              <a:t>, </a:t>
            </a:r>
            <a:r>
              <a:rPr dirty="0" err="1"/>
              <a:t>em</a:t>
            </a:r>
            <a:r>
              <a:rPr dirty="0"/>
              <a:t> </a:t>
            </a:r>
            <a:r>
              <a:rPr dirty="0" err="1"/>
              <a:t>muốn</a:t>
            </a:r>
            <a:r>
              <a:rPr dirty="0"/>
              <a:t> </a:t>
            </a:r>
            <a:r>
              <a:rPr dirty="0" err="1"/>
              <a:t>gửi</a:t>
            </a:r>
            <a:r>
              <a:rPr dirty="0"/>
              <a:t> </a:t>
            </a:r>
            <a:r>
              <a:rPr dirty="0" err="1"/>
              <a:t>lời</a:t>
            </a:r>
            <a:r>
              <a:rPr dirty="0"/>
              <a:t> </a:t>
            </a:r>
            <a:r>
              <a:rPr dirty="0" err="1"/>
              <a:t>cảm</a:t>
            </a:r>
            <a:r>
              <a:rPr dirty="0"/>
              <a:t> </a:t>
            </a:r>
            <a:r>
              <a:rPr dirty="0" err="1"/>
              <a:t>ơn</a:t>
            </a:r>
            <a:r>
              <a:rPr dirty="0"/>
              <a:t> </a:t>
            </a:r>
            <a:r>
              <a:rPr dirty="0" err="1"/>
              <a:t>chân</a:t>
            </a:r>
            <a:r>
              <a:rPr dirty="0"/>
              <a:t> </a:t>
            </a:r>
            <a:r>
              <a:rPr dirty="0" err="1"/>
              <a:t>thành</a:t>
            </a:r>
            <a:r>
              <a:rPr dirty="0"/>
              <a:t> </a:t>
            </a:r>
            <a:r>
              <a:rPr dirty="0" err="1"/>
              <a:t>đến</a:t>
            </a:r>
            <a:r>
              <a:rPr dirty="0"/>
              <a:t> </a:t>
            </a:r>
            <a:r>
              <a:rPr dirty="0" err="1"/>
              <a:t>anh</a:t>
            </a:r>
            <a:r>
              <a:rPr dirty="0"/>
              <a:t> Công, </a:t>
            </a:r>
            <a:r>
              <a:rPr dirty="0" err="1"/>
              <a:t>anh</a:t>
            </a:r>
            <a:r>
              <a:rPr dirty="0"/>
              <a:t> Trường, </a:t>
            </a:r>
            <a:r>
              <a:rPr dirty="0" err="1"/>
              <a:t>anh</a:t>
            </a:r>
            <a:r>
              <a:rPr dirty="0"/>
              <a:t> Duy </a:t>
            </a:r>
            <a:r>
              <a:rPr dirty="0" err="1"/>
              <a:t>và</a:t>
            </a:r>
            <a:r>
              <a:rPr dirty="0"/>
              <a:t> </a:t>
            </a:r>
            <a:r>
              <a:rPr dirty="0" err="1"/>
              <a:t>các</a:t>
            </a:r>
            <a:r>
              <a:rPr dirty="0"/>
              <a:t> </a:t>
            </a:r>
            <a:r>
              <a:rPr dirty="0" err="1"/>
              <a:t>bạn</a:t>
            </a:r>
            <a:r>
              <a:rPr dirty="0"/>
              <a:t> intern </a:t>
            </a:r>
            <a:r>
              <a:rPr dirty="0" err="1"/>
              <a:t>cùng</a:t>
            </a:r>
            <a:r>
              <a:rPr dirty="0"/>
              <a:t> </a:t>
            </a:r>
            <a:r>
              <a:rPr dirty="0" err="1"/>
              <a:t>làm</a:t>
            </a:r>
            <a:r>
              <a:rPr dirty="0"/>
              <a:t> Sample Task.</a:t>
            </a:r>
          </a:p>
          <a:p>
            <a:r>
              <a:rPr dirty="0"/>
              <a:t>Sample Task </a:t>
            </a:r>
            <a:r>
              <a:rPr dirty="0" err="1"/>
              <a:t>này</a:t>
            </a:r>
            <a:r>
              <a:rPr dirty="0"/>
              <a:t> </a:t>
            </a:r>
            <a:r>
              <a:rPr dirty="0" err="1"/>
              <a:t>hoàn</a:t>
            </a:r>
            <a:r>
              <a:rPr dirty="0"/>
              <a:t> </a:t>
            </a:r>
            <a:r>
              <a:rPr dirty="0" err="1"/>
              <a:t>thành</a:t>
            </a:r>
            <a:r>
              <a:rPr dirty="0"/>
              <a:t> </a:t>
            </a:r>
            <a:r>
              <a:rPr dirty="0" err="1"/>
              <a:t>được</a:t>
            </a:r>
            <a:r>
              <a:rPr dirty="0"/>
              <a:t> </a:t>
            </a:r>
            <a:r>
              <a:rPr dirty="0" err="1"/>
              <a:t>là</a:t>
            </a:r>
            <a:r>
              <a:rPr dirty="0"/>
              <a:t> </a:t>
            </a:r>
            <a:r>
              <a:rPr dirty="0" err="1"/>
              <a:t>nhờ</a:t>
            </a:r>
            <a:r>
              <a:rPr dirty="0"/>
              <a:t> </a:t>
            </a:r>
            <a:r>
              <a:rPr dirty="0" err="1"/>
              <a:t>sự</a:t>
            </a:r>
            <a:r>
              <a:rPr dirty="0"/>
              <a:t> </a:t>
            </a:r>
            <a:r>
              <a:rPr dirty="0" err="1"/>
              <a:t>hỗ</a:t>
            </a:r>
            <a:r>
              <a:rPr dirty="0"/>
              <a:t> </a:t>
            </a:r>
            <a:r>
              <a:rPr dirty="0" err="1"/>
              <a:t>trợ</a:t>
            </a:r>
            <a:r>
              <a:rPr dirty="0"/>
              <a:t> </a:t>
            </a:r>
            <a:r>
              <a:rPr dirty="0" err="1"/>
              <a:t>rất</a:t>
            </a:r>
            <a:r>
              <a:rPr dirty="0"/>
              <a:t> </a:t>
            </a:r>
            <a:r>
              <a:rPr dirty="0" err="1"/>
              <a:t>lớn</a:t>
            </a:r>
            <a:r>
              <a:rPr dirty="0"/>
              <a:t> </a:t>
            </a:r>
            <a:r>
              <a:rPr dirty="0" err="1"/>
              <a:t>của</a:t>
            </a:r>
            <a:r>
              <a:rPr dirty="0"/>
              <a:t> </a:t>
            </a:r>
            <a:r>
              <a:rPr dirty="0" err="1"/>
              <a:t>mọi</a:t>
            </a:r>
            <a:r>
              <a:rPr dirty="0"/>
              <a:t> </a:t>
            </a:r>
            <a:r>
              <a:rPr dirty="0" err="1"/>
              <a:t>người</a:t>
            </a:r>
            <a:r>
              <a:rPr dirty="0"/>
              <a:t>. Em </a:t>
            </a:r>
            <a:r>
              <a:rPr dirty="0" err="1"/>
              <a:t>cảm</a:t>
            </a:r>
            <a:r>
              <a:rPr dirty="0"/>
              <a:t> </a:t>
            </a:r>
            <a:r>
              <a:rPr dirty="0" err="1"/>
              <a:t>ơn</a:t>
            </a:r>
            <a:r>
              <a:rPr dirty="0"/>
              <a:t> </a:t>
            </a:r>
            <a:r>
              <a:rPr dirty="0" err="1"/>
              <a:t>các</a:t>
            </a:r>
            <a:r>
              <a:rPr dirty="0"/>
              <a:t> </a:t>
            </a:r>
            <a:r>
              <a:rPr dirty="0" err="1"/>
              <a:t>anh</a:t>
            </a:r>
            <a:r>
              <a:rPr dirty="0"/>
              <a:t> </a:t>
            </a:r>
            <a:r>
              <a:rPr dirty="0" err="1"/>
              <a:t>đã</a:t>
            </a:r>
            <a:r>
              <a:rPr dirty="0"/>
              <a:t> </a:t>
            </a:r>
            <a:r>
              <a:rPr dirty="0" err="1"/>
              <a:t>dành</a:t>
            </a:r>
            <a:r>
              <a:rPr dirty="0"/>
              <a:t> </a:t>
            </a:r>
            <a:r>
              <a:rPr dirty="0" err="1"/>
              <a:t>thời</a:t>
            </a:r>
            <a:r>
              <a:rPr dirty="0"/>
              <a:t> </a:t>
            </a:r>
            <a:r>
              <a:rPr dirty="0" err="1"/>
              <a:t>gian</a:t>
            </a:r>
            <a:r>
              <a:rPr dirty="0"/>
              <a:t> </a:t>
            </a:r>
            <a:r>
              <a:rPr dirty="0" err="1"/>
              <a:t>hướng</a:t>
            </a:r>
            <a:r>
              <a:rPr dirty="0"/>
              <a:t> </a:t>
            </a:r>
            <a:r>
              <a:rPr dirty="0" err="1"/>
              <a:t>dẫn</a:t>
            </a:r>
            <a:r>
              <a:rPr dirty="0"/>
              <a:t>, </a:t>
            </a:r>
            <a:r>
              <a:rPr dirty="0" err="1"/>
              <a:t>giải</a:t>
            </a:r>
            <a:r>
              <a:rPr dirty="0"/>
              <a:t> </a:t>
            </a:r>
            <a:r>
              <a:rPr dirty="0" err="1"/>
              <a:t>thích</a:t>
            </a:r>
            <a:r>
              <a:rPr dirty="0"/>
              <a:t> </a:t>
            </a:r>
            <a:r>
              <a:rPr dirty="0" err="1"/>
              <a:t>những</a:t>
            </a:r>
            <a:r>
              <a:rPr dirty="0"/>
              <a:t> </a:t>
            </a:r>
            <a:r>
              <a:rPr dirty="0" err="1"/>
              <a:t>điểm</a:t>
            </a:r>
            <a:r>
              <a:rPr dirty="0"/>
              <a:t> </a:t>
            </a:r>
            <a:r>
              <a:rPr dirty="0" err="1"/>
              <a:t>em</a:t>
            </a:r>
            <a:r>
              <a:rPr dirty="0"/>
              <a:t> </a:t>
            </a:r>
            <a:r>
              <a:rPr dirty="0" err="1"/>
              <a:t>chưa</a:t>
            </a:r>
            <a:r>
              <a:rPr dirty="0"/>
              <a:t> </a:t>
            </a:r>
            <a:r>
              <a:rPr dirty="0" err="1"/>
              <a:t>hiểu</a:t>
            </a:r>
            <a:r>
              <a:rPr dirty="0"/>
              <a:t> </a:t>
            </a:r>
            <a:r>
              <a:rPr dirty="0" err="1"/>
              <a:t>và</a:t>
            </a:r>
            <a:r>
              <a:rPr dirty="0"/>
              <a:t> </a:t>
            </a:r>
            <a:r>
              <a:rPr dirty="0" err="1"/>
              <a:t>hỗ</a:t>
            </a:r>
            <a:r>
              <a:rPr dirty="0"/>
              <a:t> </a:t>
            </a:r>
            <a:r>
              <a:rPr dirty="0" err="1"/>
              <a:t>trợ</a:t>
            </a:r>
            <a:r>
              <a:rPr dirty="0"/>
              <a:t> </a:t>
            </a:r>
            <a:r>
              <a:rPr dirty="0" err="1"/>
              <a:t>khi</a:t>
            </a:r>
            <a:r>
              <a:rPr dirty="0"/>
              <a:t> </a:t>
            </a:r>
            <a:r>
              <a:rPr dirty="0" err="1"/>
              <a:t>em</a:t>
            </a:r>
            <a:r>
              <a:rPr dirty="0"/>
              <a:t> </a:t>
            </a:r>
            <a:r>
              <a:rPr dirty="0" err="1"/>
              <a:t>gặp</a:t>
            </a:r>
            <a:r>
              <a:rPr dirty="0"/>
              <a:t> </a:t>
            </a:r>
            <a:r>
              <a:rPr dirty="0" err="1"/>
              <a:t>vướng</a:t>
            </a:r>
            <a:r>
              <a:rPr dirty="0"/>
              <a:t> </a:t>
            </a:r>
            <a:r>
              <a:rPr dirty="0" err="1"/>
              <a:t>mắc</a:t>
            </a:r>
            <a:r>
              <a:rPr dirty="0"/>
              <a:t>. Em </a:t>
            </a:r>
            <a:r>
              <a:rPr dirty="0" err="1"/>
              <a:t>cũng</a:t>
            </a:r>
            <a:r>
              <a:rPr dirty="0"/>
              <a:t> </a:t>
            </a:r>
            <a:r>
              <a:rPr dirty="0" err="1"/>
              <a:t>cảm</a:t>
            </a:r>
            <a:r>
              <a:rPr dirty="0"/>
              <a:t> </a:t>
            </a:r>
            <a:r>
              <a:rPr dirty="0" err="1"/>
              <a:t>ơn</a:t>
            </a:r>
            <a:r>
              <a:rPr dirty="0"/>
              <a:t> </a:t>
            </a:r>
            <a:r>
              <a:rPr dirty="0" err="1"/>
              <a:t>các</a:t>
            </a:r>
            <a:r>
              <a:rPr dirty="0"/>
              <a:t> </a:t>
            </a:r>
            <a:r>
              <a:rPr dirty="0" err="1"/>
              <a:t>bạn</a:t>
            </a:r>
            <a:r>
              <a:rPr dirty="0"/>
              <a:t> intern </a:t>
            </a:r>
            <a:r>
              <a:rPr dirty="0" err="1"/>
              <a:t>đã</a:t>
            </a:r>
            <a:r>
              <a:rPr dirty="0"/>
              <a:t> </a:t>
            </a:r>
            <a:r>
              <a:rPr dirty="0" err="1"/>
              <a:t>cùng</a:t>
            </a:r>
            <a:r>
              <a:rPr dirty="0"/>
              <a:t> </a:t>
            </a:r>
            <a:r>
              <a:rPr dirty="0" err="1"/>
              <a:t>trao</a:t>
            </a:r>
            <a:r>
              <a:rPr dirty="0"/>
              <a:t> </a:t>
            </a:r>
            <a:r>
              <a:rPr dirty="0" err="1"/>
              <a:t>đổi</a:t>
            </a:r>
            <a:r>
              <a:rPr dirty="0"/>
              <a:t> </a:t>
            </a:r>
            <a:r>
              <a:rPr dirty="0" err="1"/>
              <a:t>và</a:t>
            </a:r>
            <a:r>
              <a:rPr dirty="0"/>
              <a:t> </a:t>
            </a:r>
            <a:r>
              <a:rPr dirty="0" err="1"/>
              <a:t>học</a:t>
            </a:r>
            <a:r>
              <a:rPr dirty="0"/>
              <a:t> </a:t>
            </a:r>
            <a:r>
              <a:rPr dirty="0" err="1"/>
              <a:t>với</a:t>
            </a:r>
            <a:r>
              <a:rPr dirty="0"/>
              <a:t> </a:t>
            </a:r>
            <a:r>
              <a:rPr dirty="0" err="1"/>
              <a:t>em</a:t>
            </a:r>
            <a:r>
              <a:rPr dirty="0"/>
              <a:t> </a:t>
            </a:r>
            <a:r>
              <a:rPr dirty="0" err="1"/>
              <a:t>trong</a:t>
            </a:r>
            <a:r>
              <a:rPr dirty="0"/>
              <a:t> </a:t>
            </a:r>
            <a:r>
              <a:rPr dirty="0" err="1"/>
              <a:t>suốt</a:t>
            </a:r>
            <a:r>
              <a:rPr dirty="0"/>
              <a:t> </a:t>
            </a:r>
            <a:r>
              <a:rPr dirty="0" err="1"/>
              <a:t>quá</a:t>
            </a:r>
            <a:r>
              <a:rPr dirty="0"/>
              <a:t> </a:t>
            </a:r>
            <a:r>
              <a:rPr dirty="0" err="1"/>
              <a:t>trình</a:t>
            </a:r>
            <a:r>
              <a:rPr dirty="0"/>
              <a:t> </a:t>
            </a:r>
            <a:r>
              <a:rPr dirty="0" err="1"/>
              <a:t>làm</a:t>
            </a:r>
            <a:r>
              <a:rPr dirty="0"/>
              <a:t> task.</a:t>
            </a:r>
          </a:p>
          <a:p>
            <a:r>
              <a:rPr dirty="0" err="1"/>
              <a:t>Nhờ</a:t>
            </a:r>
            <a:r>
              <a:rPr dirty="0"/>
              <a:t> </a:t>
            </a:r>
            <a:r>
              <a:rPr dirty="0" err="1"/>
              <a:t>sự</a:t>
            </a:r>
            <a:r>
              <a:rPr dirty="0"/>
              <a:t> </a:t>
            </a:r>
            <a:r>
              <a:rPr dirty="0" err="1"/>
              <a:t>đồng</a:t>
            </a:r>
            <a:r>
              <a:rPr dirty="0"/>
              <a:t> </a:t>
            </a:r>
            <a:r>
              <a:rPr dirty="0" err="1"/>
              <a:t>hành</a:t>
            </a:r>
            <a:r>
              <a:rPr dirty="0"/>
              <a:t> </a:t>
            </a:r>
            <a:r>
              <a:rPr dirty="0" err="1"/>
              <a:t>đó</a:t>
            </a:r>
            <a:r>
              <a:rPr dirty="0"/>
              <a:t>, </a:t>
            </a:r>
            <a:r>
              <a:rPr dirty="0" err="1"/>
              <a:t>em</a:t>
            </a:r>
            <a:r>
              <a:rPr dirty="0"/>
              <a:t> </a:t>
            </a:r>
            <a:r>
              <a:rPr dirty="0" err="1"/>
              <a:t>hiểu</a:t>
            </a:r>
            <a:r>
              <a:rPr dirty="0"/>
              <a:t> </a:t>
            </a:r>
            <a:r>
              <a:rPr dirty="0" err="1"/>
              <a:t>rõ</a:t>
            </a:r>
            <a:r>
              <a:rPr dirty="0"/>
              <a:t> </a:t>
            </a:r>
            <a:r>
              <a:rPr dirty="0" err="1"/>
              <a:t>hơn</a:t>
            </a:r>
            <a:r>
              <a:rPr dirty="0"/>
              <a:t> </a:t>
            </a:r>
            <a:r>
              <a:rPr dirty="0" err="1"/>
              <a:t>cách</a:t>
            </a:r>
            <a:r>
              <a:rPr dirty="0"/>
              <a:t> </a:t>
            </a:r>
            <a:r>
              <a:rPr dirty="0" err="1"/>
              <a:t>tiếp</a:t>
            </a:r>
            <a:r>
              <a:rPr dirty="0"/>
              <a:t> </a:t>
            </a:r>
            <a:r>
              <a:rPr dirty="0" err="1"/>
              <a:t>cận</a:t>
            </a:r>
            <a:r>
              <a:rPr dirty="0"/>
              <a:t> </a:t>
            </a:r>
            <a:r>
              <a:rPr dirty="0" err="1"/>
              <a:t>một</a:t>
            </a:r>
            <a:r>
              <a:rPr dirty="0"/>
              <a:t> </a:t>
            </a:r>
            <a:r>
              <a:rPr dirty="0" err="1"/>
              <a:t>công</a:t>
            </a:r>
            <a:r>
              <a:rPr dirty="0"/>
              <a:t> </a:t>
            </a:r>
            <a:r>
              <a:rPr dirty="0" err="1"/>
              <a:t>việc</a:t>
            </a:r>
            <a:r>
              <a:rPr dirty="0"/>
              <a:t> </a:t>
            </a:r>
            <a:r>
              <a:rPr dirty="0" err="1"/>
              <a:t>từ</a:t>
            </a:r>
            <a:r>
              <a:rPr dirty="0"/>
              <a:t> requirement </a:t>
            </a:r>
            <a:r>
              <a:rPr dirty="0" err="1"/>
              <a:t>đến</a:t>
            </a:r>
            <a:r>
              <a:rPr dirty="0"/>
              <a:t> implementation </a:t>
            </a:r>
            <a:r>
              <a:rPr dirty="0" err="1"/>
              <a:t>và</a:t>
            </a:r>
            <a:r>
              <a:rPr dirty="0"/>
              <a:t> test. Em </a:t>
            </a:r>
            <a:r>
              <a:rPr dirty="0" err="1"/>
              <a:t>rất</a:t>
            </a:r>
            <a:r>
              <a:rPr dirty="0"/>
              <a:t> </a:t>
            </a:r>
            <a:r>
              <a:rPr dirty="0" err="1"/>
              <a:t>trân</a:t>
            </a:r>
            <a:r>
              <a:rPr dirty="0"/>
              <a:t> </a:t>
            </a:r>
            <a:r>
              <a:rPr dirty="0" err="1"/>
              <a:t>trọng</a:t>
            </a:r>
            <a:r>
              <a:rPr dirty="0"/>
              <a:t> </a:t>
            </a:r>
            <a:r>
              <a:rPr dirty="0" err="1"/>
              <a:t>sự</a:t>
            </a:r>
            <a:r>
              <a:rPr dirty="0"/>
              <a:t> </a:t>
            </a:r>
            <a:r>
              <a:rPr dirty="0" err="1"/>
              <a:t>hỗ</a:t>
            </a:r>
            <a:r>
              <a:rPr dirty="0"/>
              <a:t> </a:t>
            </a:r>
            <a:r>
              <a:rPr dirty="0" err="1"/>
              <a:t>trợ</a:t>
            </a:r>
            <a:r>
              <a:rPr dirty="0"/>
              <a:t> </a:t>
            </a:r>
            <a:r>
              <a:rPr dirty="0" err="1"/>
              <a:t>của</a:t>
            </a:r>
            <a:r>
              <a:rPr dirty="0"/>
              <a:t> </a:t>
            </a:r>
            <a:r>
              <a:rPr dirty="0" err="1"/>
              <a:t>mọi</a:t>
            </a:r>
            <a:r>
              <a:rPr dirty="0"/>
              <a:t> </a:t>
            </a:r>
            <a:r>
              <a:rPr dirty="0" err="1"/>
              <a:t>người</a:t>
            </a:r>
            <a:r>
              <a:rPr dirty="0"/>
              <a:t>. Em </a:t>
            </a:r>
            <a:r>
              <a:rPr dirty="0" err="1"/>
              <a:t>cảm</a:t>
            </a:r>
            <a:r>
              <a:rPr dirty="0"/>
              <a:t> </a:t>
            </a:r>
            <a:r>
              <a:rPr dirty="0" err="1"/>
              <a:t>ơn</a:t>
            </a:r>
            <a:r>
              <a:rPr dirty="0"/>
              <a:t> </a:t>
            </a:r>
            <a:r>
              <a:rPr dirty="0" err="1"/>
              <a:t>mọi</a:t>
            </a:r>
            <a:r>
              <a:rPr dirty="0"/>
              <a:t> </a:t>
            </a:r>
            <a:r>
              <a:rPr dirty="0" err="1"/>
              <a:t>người</a:t>
            </a:r>
            <a:r>
              <a:rPr dirty="0"/>
              <a:t> </a:t>
            </a:r>
            <a:r>
              <a:rPr dirty="0" err="1"/>
              <a:t>đã</a:t>
            </a:r>
            <a:r>
              <a:rPr dirty="0"/>
              <a:t> </a:t>
            </a:r>
            <a:r>
              <a:rPr dirty="0" err="1"/>
              <a:t>lắng</a:t>
            </a:r>
            <a:r>
              <a:rPr dirty="0"/>
              <a:t> </a:t>
            </a:r>
            <a:r>
              <a:rPr dirty="0" err="1"/>
              <a:t>nghe</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2D588A7-32E0-47F1-B97B-9F6BE47CA09B}"/>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5BB9B5E4-8554-40BF-B521-AF9103F900FF}"/>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B3106398-1B6F-4AEC-B56A-7068EA0C0BA8}"/>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16AE4C4-4FE4-40E7-B3E0-6016EEAA798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570EE31B-7E0A-4804-9A24-0672170CC871}"/>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5F8A94E8-8BD4-461C-84ED-E7DA5CB993B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90CE42FD-A67C-467C-BB48-970E6C33BED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384DCD7E-DEAD-40E7-90B2-9AC13102FF7F}"/>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B77F0D18-08ED-4583-8F32-0FEC4B19707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9865BD9D-C93B-4FC0-9789-63DCA3C99E78}"/>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5893458-D6E1-4FF9-A4AF-AFE036CDFFC5}"/>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3" name="cover-eyebrow">
            <a:extLst>
              <a:ext uri="{FF2B5EF4-FFF2-40B4-BE49-F238E27FC236}">
                <a16:creationId xmlns:a16="http://schemas.microsoft.com/office/drawing/2014/main" id="{DE7C6F8E-E4A7-4A3B-8EB3-A06BB8683228}"/>
              </a:ext>
            </a:extLst>
          </p:cNvPr>
          <p:cNvSpPr>
            <a:spLocks noGrp="1"/>
          </p:cNvSpPr>
          <p:nvPr/>
        </p:nvSpPr>
        <p:spPr>
          <a:xfrm>
            <a:off x="685800" y="638175"/>
            <a:ext cx="4762500" cy="333375"/>
          </a:xfrm>
          <a:prstGeom prst="rect">
            <a:avLst/>
          </a:prstGeom>
          <a:noFill/>
          <a:ln w="0">
            <a:noFill/>
          </a:ln>
        </p:spPr>
        <p:txBody>
          <a:bodyPr wrap="none" lIns="0" tIns="0" rIns="0" bIns="0" anchor="t">
            <a:noAutofit/>
          </a:bodyPr>
          <a:lstStyle>
            <a:defPPr algn="l">
              <a:defRPr sz="1875" b="1">
                <a:solidFill>
                  <a:srgbClr val="D5001C"/>
                </a:solidFill>
                <a:latin typeface="Arial"/>
                <a:ea typeface="Arial"/>
                <a:cs typeface="Arial"/>
              </a:defRPr>
            </a:defPPr>
            <a:lvl1pPr algn="l">
              <a:defRPr sz="1875" b="1">
                <a:solidFill>
                  <a:srgbClr val="D5001C"/>
                </a:solidFill>
                <a:latin typeface="Arial"/>
                <a:ea typeface="Arial"/>
                <a:cs typeface="Arial"/>
              </a:defRPr>
            </a:lvl1pPr>
            <a:lvl2pPr algn="l">
              <a:defRPr sz="1875" b="1">
                <a:solidFill>
                  <a:srgbClr val="D5001C"/>
                </a:solidFill>
                <a:latin typeface="Arial"/>
                <a:ea typeface="Arial"/>
                <a:cs typeface="Arial"/>
              </a:defRPr>
            </a:lvl2pPr>
            <a:lvl3pPr algn="l">
              <a:defRPr sz="1875" b="1">
                <a:solidFill>
                  <a:srgbClr val="D5001C"/>
                </a:solidFill>
                <a:latin typeface="Arial"/>
                <a:ea typeface="Arial"/>
                <a:cs typeface="Arial"/>
              </a:defRPr>
            </a:lvl3pPr>
            <a:lvl4pPr algn="l">
              <a:defRPr sz="1875" b="1">
                <a:solidFill>
                  <a:srgbClr val="D5001C"/>
                </a:solidFill>
                <a:latin typeface="Arial"/>
                <a:ea typeface="Arial"/>
                <a:cs typeface="Arial"/>
              </a:defRPr>
            </a:lvl4pPr>
            <a:lvl5pPr algn="l">
              <a:defRPr sz="1875" b="1">
                <a:solidFill>
                  <a:srgbClr val="D5001C"/>
                </a:solidFill>
                <a:latin typeface="Arial"/>
                <a:ea typeface="Arial"/>
                <a:cs typeface="Arial"/>
              </a:defRPr>
            </a:lvl5pPr>
            <a:lvl6pPr algn="l">
              <a:defRPr sz="1875" b="1">
                <a:solidFill>
                  <a:srgbClr val="D5001C"/>
                </a:solidFill>
                <a:latin typeface="Arial"/>
                <a:ea typeface="Arial"/>
                <a:cs typeface="Arial"/>
              </a:defRPr>
            </a:lvl6pPr>
            <a:lvl7pPr algn="l">
              <a:defRPr sz="1875" b="1">
                <a:solidFill>
                  <a:srgbClr val="D5001C"/>
                </a:solidFill>
                <a:latin typeface="Arial"/>
                <a:ea typeface="Arial"/>
                <a:cs typeface="Arial"/>
              </a:defRPr>
            </a:lvl7pPr>
            <a:lvl8pPr algn="l">
              <a:defRPr sz="1875" b="1">
                <a:solidFill>
                  <a:srgbClr val="D5001C"/>
                </a:solidFill>
                <a:latin typeface="Arial"/>
                <a:ea typeface="Arial"/>
                <a:cs typeface="Arial"/>
              </a:defRPr>
            </a:lvl8pPr>
            <a:lvl9pPr algn="l">
              <a:defRPr sz="1875" b="1">
                <a:solidFill>
                  <a:srgbClr val="D5001C"/>
                </a:solidFill>
                <a:latin typeface="Arial"/>
                <a:ea typeface="Arial"/>
                <a:cs typeface="Arial"/>
              </a:defRPr>
            </a:lvl9pPr>
          </a:lstStyle>
          <a:p>
            <a:pPr algn="l">
              <a:defRPr sz="1875" b="1">
                <a:solidFill>
                  <a:srgbClr val="D5001C"/>
                </a:solidFill>
                <a:latin typeface="Arial"/>
                <a:ea typeface="Arial"/>
                <a:cs typeface="Arial"/>
              </a:defRPr>
            </a:pPr>
            <a:r>
              <a:rPr sz="1875" b="1">
                <a:solidFill>
                  <a:srgbClr val="D5001C"/>
                </a:solidFill>
                <a:latin typeface="Arial"/>
                <a:ea typeface="Arial"/>
                <a:cs typeface="Arial"/>
              </a:rPr>
              <a:t>PAS ECU</a:t>
            </a:r>
          </a:p>
        </p:txBody>
      </p:sp>
      <p:sp>
        <p:nvSpPr>
          <p:cNvPr id="4" name="cover-title">
            <a:extLst>
              <a:ext uri="{FF2B5EF4-FFF2-40B4-BE49-F238E27FC236}">
                <a16:creationId xmlns:a16="http://schemas.microsoft.com/office/drawing/2014/main" id="{7A425B71-E385-4E1A-BAD9-7EF6A09B02B0}"/>
              </a:ext>
            </a:extLst>
          </p:cNvPr>
          <p:cNvSpPr>
            <a:spLocks noGrp="1"/>
          </p:cNvSpPr>
          <p:nvPr/>
        </p:nvSpPr>
        <p:spPr>
          <a:xfrm>
            <a:off x="685800" y="1838325"/>
            <a:ext cx="7810500" cy="1962150"/>
          </a:xfrm>
          <a:prstGeom prst="rect">
            <a:avLst/>
          </a:prstGeom>
          <a:noFill/>
          <a:ln w="0">
            <a:noFill/>
          </a:ln>
        </p:spPr>
        <p:txBody>
          <a:bodyPr wrap="none" lIns="0" tIns="0" rIns="0" bIns="0" anchor="t">
            <a:noAutofit/>
          </a:bodyPr>
          <a:lstStyle>
            <a:defPPr algn="l">
              <a:defRPr sz="6900" b="1">
                <a:solidFill>
                  <a:srgbClr val="17232B"/>
                </a:solidFill>
                <a:latin typeface="Arial"/>
                <a:ea typeface="Arial"/>
                <a:cs typeface="Arial"/>
              </a:defRPr>
            </a:defPPr>
            <a:lvl1pPr algn="l">
              <a:defRPr sz="6900" b="1">
                <a:solidFill>
                  <a:srgbClr val="17232B"/>
                </a:solidFill>
                <a:latin typeface="Arial"/>
                <a:ea typeface="Arial"/>
                <a:cs typeface="Arial"/>
              </a:defRPr>
            </a:lvl1pPr>
            <a:lvl2pPr algn="l">
              <a:defRPr sz="6900" b="1">
                <a:solidFill>
                  <a:srgbClr val="17232B"/>
                </a:solidFill>
                <a:latin typeface="Arial"/>
                <a:ea typeface="Arial"/>
                <a:cs typeface="Arial"/>
              </a:defRPr>
            </a:lvl2pPr>
            <a:lvl3pPr algn="l">
              <a:defRPr sz="6900" b="1">
                <a:solidFill>
                  <a:srgbClr val="17232B"/>
                </a:solidFill>
                <a:latin typeface="Arial"/>
                <a:ea typeface="Arial"/>
                <a:cs typeface="Arial"/>
              </a:defRPr>
            </a:lvl3pPr>
            <a:lvl4pPr algn="l">
              <a:defRPr sz="6900" b="1">
                <a:solidFill>
                  <a:srgbClr val="17232B"/>
                </a:solidFill>
                <a:latin typeface="Arial"/>
                <a:ea typeface="Arial"/>
                <a:cs typeface="Arial"/>
              </a:defRPr>
            </a:lvl4pPr>
            <a:lvl5pPr algn="l">
              <a:defRPr sz="6900" b="1">
                <a:solidFill>
                  <a:srgbClr val="17232B"/>
                </a:solidFill>
                <a:latin typeface="Arial"/>
                <a:ea typeface="Arial"/>
                <a:cs typeface="Arial"/>
              </a:defRPr>
            </a:lvl5pPr>
            <a:lvl6pPr algn="l">
              <a:defRPr sz="6900" b="1">
                <a:solidFill>
                  <a:srgbClr val="17232B"/>
                </a:solidFill>
                <a:latin typeface="Arial"/>
                <a:ea typeface="Arial"/>
                <a:cs typeface="Arial"/>
              </a:defRPr>
            </a:lvl6pPr>
            <a:lvl7pPr algn="l">
              <a:defRPr sz="6900" b="1">
                <a:solidFill>
                  <a:srgbClr val="17232B"/>
                </a:solidFill>
                <a:latin typeface="Arial"/>
                <a:ea typeface="Arial"/>
                <a:cs typeface="Arial"/>
              </a:defRPr>
            </a:lvl7pPr>
            <a:lvl8pPr algn="l">
              <a:defRPr sz="6900" b="1">
                <a:solidFill>
                  <a:srgbClr val="17232B"/>
                </a:solidFill>
                <a:latin typeface="Arial"/>
                <a:ea typeface="Arial"/>
                <a:cs typeface="Arial"/>
              </a:defRPr>
            </a:lvl8pPr>
            <a:lvl9pPr algn="l">
              <a:defRPr sz="6900" b="1">
                <a:solidFill>
                  <a:srgbClr val="17232B"/>
                </a:solidFill>
                <a:latin typeface="Arial"/>
                <a:ea typeface="Arial"/>
                <a:cs typeface="Arial"/>
              </a:defRPr>
            </a:lvl9pPr>
          </a:lstStyle>
          <a:p>
            <a:pPr algn="l">
              <a:defRPr sz="6900" b="1">
                <a:solidFill>
                  <a:srgbClr val="17232B"/>
                </a:solidFill>
                <a:latin typeface="Arial"/>
                <a:ea typeface="Arial"/>
                <a:cs typeface="Arial"/>
              </a:defRPr>
            </a:pPr>
            <a:r>
              <a:rPr sz="6900" b="1">
                <a:solidFill>
                  <a:srgbClr val="17232B"/>
                </a:solidFill>
                <a:latin typeface="Arial"/>
                <a:ea typeface="Arial"/>
                <a:cs typeface="Arial"/>
              </a:rPr>
              <a:t>Sample Task</a:t>
            </a:r>
          </a:p>
          <a:p>
            <a:pPr algn="l">
              <a:defRPr sz="6900" b="1">
                <a:solidFill>
                  <a:srgbClr val="17232B"/>
                </a:solidFill>
                <a:latin typeface="Arial"/>
                <a:ea typeface="Arial"/>
                <a:cs typeface="Arial"/>
              </a:defRPr>
            </a:pPr>
            <a:r>
              <a:rPr sz="6900" b="1">
                <a:solidFill>
                  <a:srgbClr val="17232B"/>
                </a:solidFill>
                <a:latin typeface="Arial"/>
                <a:ea typeface="Arial"/>
                <a:cs typeface="Arial"/>
              </a:rPr>
              <a:t>Review</a:t>
            </a:r>
          </a:p>
        </p:txBody>
      </p:sp>
      <p:sp>
        <p:nvSpPr>
          <p:cNvPr id="5" name="cover-subtitle">
            <a:extLst>
              <a:ext uri="{FF2B5EF4-FFF2-40B4-BE49-F238E27FC236}">
                <a16:creationId xmlns:a16="http://schemas.microsoft.com/office/drawing/2014/main" id="{CBB8C31C-D9F3-46DC-A9C5-F0EEABC9C13F}"/>
              </a:ext>
            </a:extLst>
          </p:cNvPr>
          <p:cNvSpPr>
            <a:spLocks noGrp="1"/>
          </p:cNvSpPr>
          <p:nvPr/>
        </p:nvSpPr>
        <p:spPr>
          <a:xfrm>
            <a:off x="723900" y="4238625"/>
            <a:ext cx="8763000" cy="419100"/>
          </a:xfrm>
          <a:prstGeom prst="rect">
            <a:avLst/>
          </a:prstGeom>
          <a:noFill/>
          <a:ln w="0">
            <a:noFill/>
          </a:ln>
        </p:spPr>
        <p:txBody>
          <a:bodyPr wrap="none" lIns="0" tIns="0" rIns="0" bIns="0" anchor="t">
            <a:noAutofit/>
          </a:bodyPr>
          <a:lstStyle>
            <a:defPPr algn="l">
              <a:defRPr sz="2250" b="0">
                <a:solidFill>
                  <a:srgbClr val="53606A"/>
                </a:solidFill>
                <a:latin typeface="Arial"/>
                <a:ea typeface="Arial"/>
                <a:cs typeface="Arial"/>
              </a:defRPr>
            </a:defPPr>
            <a:lvl1pPr algn="l">
              <a:defRPr sz="2250" b="0">
                <a:solidFill>
                  <a:srgbClr val="53606A"/>
                </a:solidFill>
                <a:latin typeface="Arial"/>
                <a:ea typeface="Arial"/>
                <a:cs typeface="Arial"/>
              </a:defRPr>
            </a:lvl1pPr>
            <a:lvl2pPr algn="l">
              <a:defRPr sz="2250" b="0">
                <a:solidFill>
                  <a:srgbClr val="53606A"/>
                </a:solidFill>
                <a:latin typeface="Arial"/>
                <a:ea typeface="Arial"/>
                <a:cs typeface="Arial"/>
              </a:defRPr>
            </a:lvl2pPr>
            <a:lvl3pPr algn="l">
              <a:defRPr sz="2250" b="0">
                <a:solidFill>
                  <a:srgbClr val="53606A"/>
                </a:solidFill>
                <a:latin typeface="Arial"/>
                <a:ea typeface="Arial"/>
                <a:cs typeface="Arial"/>
              </a:defRPr>
            </a:lvl3pPr>
            <a:lvl4pPr algn="l">
              <a:defRPr sz="2250" b="0">
                <a:solidFill>
                  <a:srgbClr val="53606A"/>
                </a:solidFill>
                <a:latin typeface="Arial"/>
                <a:ea typeface="Arial"/>
                <a:cs typeface="Arial"/>
              </a:defRPr>
            </a:lvl4pPr>
            <a:lvl5pPr algn="l">
              <a:defRPr sz="2250" b="0">
                <a:solidFill>
                  <a:srgbClr val="53606A"/>
                </a:solidFill>
                <a:latin typeface="Arial"/>
                <a:ea typeface="Arial"/>
                <a:cs typeface="Arial"/>
              </a:defRPr>
            </a:lvl5pPr>
            <a:lvl6pPr algn="l">
              <a:defRPr sz="2250" b="0">
                <a:solidFill>
                  <a:srgbClr val="53606A"/>
                </a:solidFill>
                <a:latin typeface="Arial"/>
                <a:ea typeface="Arial"/>
                <a:cs typeface="Arial"/>
              </a:defRPr>
            </a:lvl6pPr>
            <a:lvl7pPr algn="l">
              <a:defRPr sz="2250" b="0">
                <a:solidFill>
                  <a:srgbClr val="53606A"/>
                </a:solidFill>
                <a:latin typeface="Arial"/>
                <a:ea typeface="Arial"/>
                <a:cs typeface="Arial"/>
              </a:defRPr>
            </a:lvl7pPr>
            <a:lvl8pPr algn="l">
              <a:defRPr sz="2250" b="0">
                <a:solidFill>
                  <a:srgbClr val="53606A"/>
                </a:solidFill>
                <a:latin typeface="Arial"/>
                <a:ea typeface="Arial"/>
                <a:cs typeface="Arial"/>
              </a:defRPr>
            </a:lvl8pPr>
            <a:lvl9pPr algn="l">
              <a:defRPr sz="2250" b="0">
                <a:solidFill>
                  <a:srgbClr val="53606A"/>
                </a:solidFill>
                <a:latin typeface="Arial"/>
                <a:ea typeface="Arial"/>
                <a:cs typeface="Arial"/>
              </a:defRPr>
            </a:lvl9pPr>
          </a:lstStyle>
          <a:p>
            <a:pPr algn="l">
              <a:defRPr sz="2250" b="0">
                <a:solidFill>
                  <a:srgbClr val="53606A"/>
                </a:solidFill>
                <a:latin typeface="Arial"/>
                <a:ea typeface="Arial"/>
                <a:cs typeface="Arial"/>
              </a:defRPr>
            </a:pPr>
            <a:r>
              <a:rPr sz="2250" b="0">
                <a:solidFill>
                  <a:srgbClr val="53606A"/>
                </a:solidFill>
                <a:latin typeface="Arial"/>
                <a:ea typeface="Arial"/>
                <a:cs typeface="Arial"/>
              </a:rPr>
              <a:t>AUTOSAR CAN communication</a:t>
            </a:r>
          </a:p>
        </p:txBody>
      </p:sp>
      <p:sp>
        <p:nvSpPr>
          <p:cNvPr id="6" name="cover-roadmap">
            <a:extLst>
              <a:ext uri="{FF2B5EF4-FFF2-40B4-BE49-F238E27FC236}">
                <a16:creationId xmlns:a16="http://schemas.microsoft.com/office/drawing/2014/main" id="{F01CFE96-26E3-4E27-819C-7EFEC3A59F43}"/>
              </a:ext>
            </a:extLst>
          </p:cNvPr>
          <p:cNvSpPr>
            <a:spLocks noGrp="1"/>
          </p:cNvSpPr>
          <p:nvPr/>
        </p:nvSpPr>
        <p:spPr>
          <a:xfrm>
            <a:off x="723900" y="5991225"/>
            <a:ext cx="10668000" cy="333375"/>
          </a:xfrm>
          <a:prstGeom prst="rect">
            <a:avLst/>
          </a:prstGeom>
          <a:noFill/>
          <a:ln w="0">
            <a:noFill/>
          </a:ln>
        </p:spPr>
        <p:txBody>
          <a:bodyPr wrap="none" lIns="0" tIns="0" rIns="0" bIns="0" anchor="t">
            <a:noAutofit/>
          </a:bodyPr>
          <a:lstStyle>
            <a:defPPr algn="l">
              <a:defRPr sz="1725" b="0">
                <a:solidFill>
                  <a:srgbClr val="17232B"/>
                </a:solidFill>
                <a:latin typeface="Arial"/>
                <a:ea typeface="Arial"/>
                <a:cs typeface="Arial"/>
              </a:defRPr>
            </a:defPPr>
            <a:lvl1pPr algn="l">
              <a:defRPr sz="1725" b="0">
                <a:solidFill>
                  <a:srgbClr val="17232B"/>
                </a:solidFill>
                <a:latin typeface="Arial"/>
                <a:ea typeface="Arial"/>
                <a:cs typeface="Arial"/>
              </a:defRPr>
            </a:lvl1pPr>
            <a:lvl2pPr algn="l">
              <a:defRPr sz="1725" b="0">
                <a:solidFill>
                  <a:srgbClr val="17232B"/>
                </a:solidFill>
                <a:latin typeface="Arial"/>
                <a:ea typeface="Arial"/>
                <a:cs typeface="Arial"/>
              </a:defRPr>
            </a:lvl2pPr>
            <a:lvl3pPr algn="l">
              <a:defRPr sz="1725" b="0">
                <a:solidFill>
                  <a:srgbClr val="17232B"/>
                </a:solidFill>
                <a:latin typeface="Arial"/>
                <a:ea typeface="Arial"/>
                <a:cs typeface="Arial"/>
              </a:defRPr>
            </a:lvl3pPr>
            <a:lvl4pPr algn="l">
              <a:defRPr sz="1725" b="0">
                <a:solidFill>
                  <a:srgbClr val="17232B"/>
                </a:solidFill>
                <a:latin typeface="Arial"/>
                <a:ea typeface="Arial"/>
                <a:cs typeface="Arial"/>
              </a:defRPr>
            </a:lvl4pPr>
            <a:lvl5pPr algn="l">
              <a:defRPr sz="1725" b="0">
                <a:solidFill>
                  <a:srgbClr val="17232B"/>
                </a:solidFill>
                <a:latin typeface="Arial"/>
                <a:ea typeface="Arial"/>
                <a:cs typeface="Arial"/>
              </a:defRPr>
            </a:lvl5pPr>
            <a:lvl6pPr algn="l">
              <a:defRPr sz="1725" b="0">
                <a:solidFill>
                  <a:srgbClr val="17232B"/>
                </a:solidFill>
                <a:latin typeface="Arial"/>
                <a:ea typeface="Arial"/>
                <a:cs typeface="Arial"/>
              </a:defRPr>
            </a:lvl6pPr>
            <a:lvl7pPr algn="l">
              <a:defRPr sz="1725" b="0">
                <a:solidFill>
                  <a:srgbClr val="17232B"/>
                </a:solidFill>
                <a:latin typeface="Arial"/>
                <a:ea typeface="Arial"/>
                <a:cs typeface="Arial"/>
              </a:defRPr>
            </a:lvl7pPr>
            <a:lvl8pPr algn="l">
              <a:defRPr sz="1725" b="0">
                <a:solidFill>
                  <a:srgbClr val="17232B"/>
                </a:solidFill>
                <a:latin typeface="Arial"/>
                <a:ea typeface="Arial"/>
                <a:cs typeface="Arial"/>
              </a:defRPr>
            </a:lvl8pPr>
            <a:lvl9pPr algn="l">
              <a:defRPr sz="1725" b="0">
                <a:solidFill>
                  <a:srgbClr val="17232B"/>
                </a:solidFill>
                <a:latin typeface="Arial"/>
                <a:ea typeface="Arial"/>
                <a:cs typeface="Arial"/>
              </a:defRPr>
            </a:lvl9pPr>
          </a:lstStyle>
          <a:p>
            <a:pPr algn="l">
              <a:defRPr sz="1725" b="0">
                <a:solidFill>
                  <a:srgbClr val="17232B"/>
                </a:solidFill>
                <a:latin typeface="Arial"/>
                <a:ea typeface="Arial"/>
                <a:cs typeface="Arial"/>
              </a:defRPr>
            </a:pPr>
            <a:r>
              <a:rPr sz="1725" b="0">
                <a:solidFill>
                  <a:srgbClr val="17232B"/>
                </a:solidFill>
                <a:latin typeface="Arial"/>
                <a:ea typeface="Arial"/>
                <a:cs typeface="Arial"/>
              </a:rPr>
              <a:t>Analysis     Design     Implementation     Test</a:t>
            </a:r>
          </a:p>
        </p:txBody>
      </p:sp>
    </p:spTree>
    <p:extLst>
      <p:ext uri="{BB962C8B-B14F-4D97-AF65-F5344CB8AC3E}">
        <p14:creationId xmlns:p14="http://schemas.microsoft.com/office/powerpoint/2010/main" val="1990640137"/>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childTnLst>
                          </p:cTn>
                        </p:par>
                        <p:par>
                          <p:cTn id="8" fill="hold">
                            <p:stCondLst>
                              <p:cond delay="42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420"/>
                                        <p:tgtEl>
                                          <p:spTgt spid="5"/>
                                        </p:tgtEl>
                                      </p:cBhvr>
                                    </p:animEffect>
                                  </p:childTnLst>
                                </p:cTn>
                              </p:par>
                            </p:childTnLst>
                          </p:cTn>
                        </p:par>
                        <p:par>
                          <p:cTn id="12" fill="hold">
                            <p:stCondLst>
                              <p:cond delay="840"/>
                            </p:stCondLst>
                            <p:childTnLst>
                              <p:par>
                                <p:cTn id="13" presetID="10"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2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hase">
            <a:extLst>
              <a:ext uri="{FF2B5EF4-FFF2-40B4-BE49-F238E27FC236}">
                <a16:creationId xmlns:a16="http://schemas.microsoft.com/office/drawing/2014/main" id="{69104907-82B0-4A9C-AA44-ECE9921C4DBC}"/>
              </a:ext>
            </a:extLst>
          </p:cNvPr>
          <p:cNvSpPr>
            <a:spLocks noGrp="1"/>
          </p:cNvSpPr>
          <p:nvPr/>
        </p:nvSpPr>
        <p:spPr>
          <a:xfrm>
            <a:off x="685800" y="438150"/>
            <a:ext cx="10001250" cy="247650"/>
          </a:xfrm>
          <a:prstGeom prst="rect">
            <a:avLst/>
          </a:prstGeom>
          <a:noFill/>
          <a:ln w="0">
            <a:noFill/>
          </a:ln>
        </p:spPr>
        <p:txBody>
          <a:bodyPr wrap="none" lIns="0" tIns="0" rIns="0" bIns="0" anchor="t">
            <a:noAutofit/>
          </a:bodyPr>
          <a:lstStyle>
            <a:defPPr algn="l">
              <a:defRPr sz="1350" b="1">
                <a:solidFill>
                  <a:srgbClr val="D5001C"/>
                </a:solidFill>
                <a:latin typeface="Arial"/>
                <a:ea typeface="Arial"/>
                <a:cs typeface="Arial"/>
              </a:defRPr>
            </a:defPPr>
            <a:lvl1pPr algn="l">
              <a:defRPr sz="1350" b="1">
                <a:solidFill>
                  <a:srgbClr val="D5001C"/>
                </a:solidFill>
                <a:latin typeface="Arial"/>
                <a:ea typeface="Arial"/>
                <a:cs typeface="Arial"/>
              </a:defRPr>
            </a:lvl1pPr>
            <a:lvl2pPr algn="l">
              <a:defRPr sz="1350" b="1">
                <a:solidFill>
                  <a:srgbClr val="D5001C"/>
                </a:solidFill>
                <a:latin typeface="Arial"/>
                <a:ea typeface="Arial"/>
                <a:cs typeface="Arial"/>
              </a:defRPr>
            </a:lvl2pPr>
            <a:lvl3pPr algn="l">
              <a:defRPr sz="1350" b="1">
                <a:solidFill>
                  <a:srgbClr val="D5001C"/>
                </a:solidFill>
                <a:latin typeface="Arial"/>
                <a:ea typeface="Arial"/>
                <a:cs typeface="Arial"/>
              </a:defRPr>
            </a:lvl3pPr>
            <a:lvl4pPr algn="l">
              <a:defRPr sz="1350" b="1">
                <a:solidFill>
                  <a:srgbClr val="D5001C"/>
                </a:solidFill>
                <a:latin typeface="Arial"/>
                <a:ea typeface="Arial"/>
                <a:cs typeface="Arial"/>
              </a:defRPr>
            </a:lvl4pPr>
            <a:lvl5pPr algn="l">
              <a:defRPr sz="1350" b="1">
                <a:solidFill>
                  <a:srgbClr val="D5001C"/>
                </a:solidFill>
                <a:latin typeface="Arial"/>
                <a:ea typeface="Arial"/>
                <a:cs typeface="Arial"/>
              </a:defRPr>
            </a:lvl5pPr>
            <a:lvl6pPr algn="l">
              <a:defRPr sz="1350" b="1">
                <a:solidFill>
                  <a:srgbClr val="D5001C"/>
                </a:solidFill>
                <a:latin typeface="Arial"/>
                <a:ea typeface="Arial"/>
                <a:cs typeface="Arial"/>
              </a:defRPr>
            </a:lvl6pPr>
            <a:lvl7pPr algn="l">
              <a:defRPr sz="1350" b="1">
                <a:solidFill>
                  <a:srgbClr val="D5001C"/>
                </a:solidFill>
                <a:latin typeface="Arial"/>
                <a:ea typeface="Arial"/>
                <a:cs typeface="Arial"/>
              </a:defRPr>
            </a:lvl7pPr>
            <a:lvl8pPr algn="l">
              <a:defRPr sz="1350" b="1">
                <a:solidFill>
                  <a:srgbClr val="D5001C"/>
                </a:solidFill>
                <a:latin typeface="Arial"/>
                <a:ea typeface="Arial"/>
                <a:cs typeface="Arial"/>
              </a:defRPr>
            </a:lvl8pPr>
            <a:lvl9pPr algn="l">
              <a:defRPr sz="1350" b="1">
                <a:solidFill>
                  <a:srgbClr val="D5001C"/>
                </a:solidFill>
                <a:latin typeface="Arial"/>
                <a:ea typeface="Arial"/>
                <a:cs typeface="Arial"/>
              </a:defRPr>
            </a:lvl9pPr>
          </a:lstStyle>
          <a:p>
            <a:pPr algn="l">
              <a:defRPr sz="1350" b="1">
                <a:solidFill>
                  <a:srgbClr val="D5001C"/>
                </a:solidFill>
                <a:latin typeface="Arial"/>
                <a:ea typeface="Arial"/>
                <a:cs typeface="Arial"/>
              </a:defRPr>
            </a:pPr>
            <a:r>
              <a:rPr sz="1350" b="1">
                <a:solidFill>
                  <a:srgbClr val="D5001C"/>
                </a:solidFill>
                <a:latin typeface="Arial"/>
                <a:ea typeface="Arial"/>
                <a:cs typeface="Arial"/>
              </a:rPr>
              <a:t>ASSIGNMENT</a:t>
            </a:r>
          </a:p>
        </p:txBody>
      </p:sp>
      <p:sp>
        <p:nvSpPr>
          <p:cNvPr id="3" name="title">
            <a:extLst>
              <a:ext uri="{FF2B5EF4-FFF2-40B4-BE49-F238E27FC236}">
                <a16:creationId xmlns:a16="http://schemas.microsoft.com/office/drawing/2014/main" id="{E68AF6E0-EFD7-486B-8F87-C7BDC0CFEB80}"/>
              </a:ext>
            </a:extLst>
          </p:cNvPr>
          <p:cNvSpPr>
            <a:spLocks noGrp="1"/>
          </p:cNvSpPr>
          <p:nvPr/>
        </p:nvSpPr>
        <p:spPr>
          <a:xfrm>
            <a:off x="685800" y="914400"/>
            <a:ext cx="10763250" cy="742950"/>
          </a:xfrm>
          <a:prstGeom prst="rect">
            <a:avLst/>
          </a:prstGeom>
          <a:noFill/>
          <a:ln w="0">
            <a:noFill/>
          </a:ln>
        </p:spPr>
        <p:txBody>
          <a:bodyPr wrap="none" lIns="0" tIns="0" rIns="0" bIns="0" anchor="t">
            <a:noAutofit/>
          </a:bodyPr>
          <a:lstStyle>
            <a:defPPr algn="l">
              <a:defRPr sz="4800" b="1">
                <a:solidFill>
                  <a:srgbClr val="17232B"/>
                </a:solidFill>
                <a:latin typeface="Arial"/>
                <a:ea typeface="Arial"/>
                <a:cs typeface="Arial"/>
              </a:defRPr>
            </a:defPPr>
            <a:lvl1pPr algn="l">
              <a:defRPr sz="4800" b="1">
                <a:solidFill>
                  <a:srgbClr val="17232B"/>
                </a:solidFill>
                <a:latin typeface="Arial"/>
                <a:ea typeface="Arial"/>
                <a:cs typeface="Arial"/>
              </a:defRPr>
            </a:lvl1pPr>
            <a:lvl2pPr algn="l">
              <a:defRPr sz="4800" b="1">
                <a:solidFill>
                  <a:srgbClr val="17232B"/>
                </a:solidFill>
                <a:latin typeface="Arial"/>
                <a:ea typeface="Arial"/>
                <a:cs typeface="Arial"/>
              </a:defRPr>
            </a:lvl2pPr>
            <a:lvl3pPr algn="l">
              <a:defRPr sz="4800" b="1">
                <a:solidFill>
                  <a:srgbClr val="17232B"/>
                </a:solidFill>
                <a:latin typeface="Arial"/>
                <a:ea typeface="Arial"/>
                <a:cs typeface="Arial"/>
              </a:defRPr>
            </a:lvl3pPr>
            <a:lvl4pPr algn="l">
              <a:defRPr sz="4800" b="1">
                <a:solidFill>
                  <a:srgbClr val="17232B"/>
                </a:solidFill>
                <a:latin typeface="Arial"/>
                <a:ea typeface="Arial"/>
                <a:cs typeface="Arial"/>
              </a:defRPr>
            </a:lvl4pPr>
            <a:lvl5pPr algn="l">
              <a:defRPr sz="4800" b="1">
                <a:solidFill>
                  <a:srgbClr val="17232B"/>
                </a:solidFill>
                <a:latin typeface="Arial"/>
                <a:ea typeface="Arial"/>
                <a:cs typeface="Arial"/>
              </a:defRPr>
            </a:lvl5pPr>
            <a:lvl6pPr algn="l">
              <a:defRPr sz="4800" b="1">
                <a:solidFill>
                  <a:srgbClr val="17232B"/>
                </a:solidFill>
                <a:latin typeface="Arial"/>
                <a:ea typeface="Arial"/>
                <a:cs typeface="Arial"/>
              </a:defRPr>
            </a:lvl6pPr>
            <a:lvl7pPr algn="l">
              <a:defRPr sz="4800" b="1">
                <a:solidFill>
                  <a:srgbClr val="17232B"/>
                </a:solidFill>
                <a:latin typeface="Arial"/>
                <a:ea typeface="Arial"/>
                <a:cs typeface="Arial"/>
              </a:defRPr>
            </a:lvl7pPr>
            <a:lvl8pPr algn="l">
              <a:defRPr sz="4800" b="1">
                <a:solidFill>
                  <a:srgbClr val="17232B"/>
                </a:solidFill>
                <a:latin typeface="Arial"/>
                <a:ea typeface="Arial"/>
                <a:cs typeface="Arial"/>
              </a:defRPr>
            </a:lvl8pPr>
            <a:lvl9pPr algn="l">
              <a:defRPr sz="4800" b="1">
                <a:solidFill>
                  <a:srgbClr val="17232B"/>
                </a:solidFill>
                <a:latin typeface="Arial"/>
                <a:ea typeface="Arial"/>
                <a:cs typeface="Arial"/>
              </a:defRPr>
            </a:lvl9pPr>
          </a:lstStyle>
          <a:p>
            <a:pPr algn="l">
              <a:defRPr sz="4800" b="1">
                <a:solidFill>
                  <a:srgbClr val="17232B"/>
                </a:solidFill>
                <a:latin typeface="Arial"/>
                <a:ea typeface="Arial"/>
                <a:cs typeface="Arial"/>
              </a:defRPr>
            </a:pPr>
            <a:r>
              <a:rPr sz="4800" b="1">
                <a:solidFill>
                  <a:srgbClr val="17232B"/>
                </a:solidFill>
                <a:latin typeface="Arial"/>
                <a:ea typeface="Arial"/>
                <a:cs typeface="Arial"/>
              </a:rPr>
              <a:t>Task scope</a:t>
            </a:r>
          </a:p>
        </p:txBody>
      </p:sp>
      <p:sp>
        <p:nvSpPr>
          <p:cNvPr id="4" name="page">
            <a:extLst>
              <a:ext uri="{FF2B5EF4-FFF2-40B4-BE49-F238E27FC236}">
                <a16:creationId xmlns:a16="http://schemas.microsoft.com/office/drawing/2014/main" id="{40D90195-5C73-44BB-A2E2-E09354C6A255}"/>
              </a:ext>
            </a:extLst>
          </p:cNvPr>
          <p:cNvSpPr>
            <a:spLocks noGrp="1"/>
          </p:cNvSpPr>
          <p:nvPr/>
        </p:nvSpPr>
        <p:spPr>
          <a:xfrm>
            <a:off x="11049000" y="6210300"/>
            <a:ext cx="457200" cy="266700"/>
          </a:xfrm>
          <a:prstGeom prst="rect">
            <a:avLst/>
          </a:prstGeom>
          <a:noFill/>
          <a:ln w="0">
            <a:noFill/>
          </a:ln>
        </p:spPr>
        <p:txBody>
          <a:bodyPr wrap="none" lIns="0" tIns="0" rIns="0" bIns="0" anchor="t">
            <a:noAutofit/>
          </a:bodyPr>
          <a:lstStyle>
            <a:defPPr algn="l">
              <a:defRPr sz="1275" b="0">
                <a:solidFill>
                  <a:srgbClr val="53606A"/>
                </a:solidFill>
                <a:latin typeface="Arial"/>
                <a:ea typeface="Arial"/>
                <a:cs typeface="Arial"/>
              </a:defRPr>
            </a:defPPr>
            <a:lvl1pPr algn="l">
              <a:defRPr sz="1275" b="0">
                <a:solidFill>
                  <a:srgbClr val="53606A"/>
                </a:solidFill>
                <a:latin typeface="Arial"/>
                <a:ea typeface="Arial"/>
                <a:cs typeface="Arial"/>
              </a:defRPr>
            </a:lvl1pPr>
            <a:lvl2pPr algn="l">
              <a:defRPr sz="1275" b="0">
                <a:solidFill>
                  <a:srgbClr val="53606A"/>
                </a:solidFill>
                <a:latin typeface="Arial"/>
                <a:ea typeface="Arial"/>
                <a:cs typeface="Arial"/>
              </a:defRPr>
            </a:lvl2pPr>
            <a:lvl3pPr algn="l">
              <a:defRPr sz="1275" b="0">
                <a:solidFill>
                  <a:srgbClr val="53606A"/>
                </a:solidFill>
                <a:latin typeface="Arial"/>
                <a:ea typeface="Arial"/>
                <a:cs typeface="Arial"/>
              </a:defRPr>
            </a:lvl3pPr>
            <a:lvl4pPr algn="l">
              <a:defRPr sz="1275" b="0">
                <a:solidFill>
                  <a:srgbClr val="53606A"/>
                </a:solidFill>
                <a:latin typeface="Arial"/>
                <a:ea typeface="Arial"/>
                <a:cs typeface="Arial"/>
              </a:defRPr>
            </a:lvl4pPr>
            <a:lvl5pPr algn="l">
              <a:defRPr sz="1275" b="0">
                <a:solidFill>
                  <a:srgbClr val="53606A"/>
                </a:solidFill>
                <a:latin typeface="Arial"/>
                <a:ea typeface="Arial"/>
                <a:cs typeface="Arial"/>
              </a:defRPr>
            </a:lvl5pPr>
            <a:lvl6pPr algn="l">
              <a:defRPr sz="1275" b="0">
                <a:solidFill>
                  <a:srgbClr val="53606A"/>
                </a:solidFill>
                <a:latin typeface="Arial"/>
                <a:ea typeface="Arial"/>
                <a:cs typeface="Arial"/>
              </a:defRPr>
            </a:lvl6pPr>
            <a:lvl7pPr algn="l">
              <a:defRPr sz="1275" b="0">
                <a:solidFill>
                  <a:srgbClr val="53606A"/>
                </a:solidFill>
                <a:latin typeface="Arial"/>
                <a:ea typeface="Arial"/>
                <a:cs typeface="Arial"/>
              </a:defRPr>
            </a:lvl7pPr>
            <a:lvl8pPr algn="l">
              <a:defRPr sz="1275" b="0">
                <a:solidFill>
                  <a:srgbClr val="53606A"/>
                </a:solidFill>
                <a:latin typeface="Arial"/>
                <a:ea typeface="Arial"/>
                <a:cs typeface="Arial"/>
              </a:defRPr>
            </a:lvl8pPr>
            <a:lvl9pPr algn="l">
              <a:defRPr sz="1275" b="0">
                <a:solidFill>
                  <a:srgbClr val="53606A"/>
                </a:solidFill>
                <a:latin typeface="Arial"/>
                <a:ea typeface="Arial"/>
                <a:cs typeface="Arial"/>
              </a:defRPr>
            </a:lvl9pPr>
          </a:lstStyle>
          <a:p>
            <a:pPr algn="l">
              <a:defRPr sz="1275" b="0">
                <a:solidFill>
                  <a:srgbClr val="53606A"/>
                </a:solidFill>
                <a:latin typeface="Arial"/>
                <a:ea typeface="Arial"/>
                <a:cs typeface="Arial"/>
              </a:defRPr>
            </a:pPr>
            <a:r>
              <a:rPr sz="1275" b="0">
                <a:solidFill>
                  <a:srgbClr val="53606A"/>
                </a:solidFill>
                <a:latin typeface="Arial"/>
                <a:ea typeface="Arial"/>
                <a:cs typeface="Arial"/>
              </a:rPr>
              <a:t>02</a:t>
            </a:r>
          </a:p>
        </p:txBody>
      </p:sp>
      <p:sp>
        <p:nvSpPr>
          <p:cNvPr id="5" name="scope-lead">
            <a:extLst>
              <a:ext uri="{FF2B5EF4-FFF2-40B4-BE49-F238E27FC236}">
                <a16:creationId xmlns:a16="http://schemas.microsoft.com/office/drawing/2014/main" id="{2C8787E5-0110-4E6C-8D7E-A811DF6CF54A}"/>
              </a:ext>
            </a:extLst>
          </p:cNvPr>
          <p:cNvSpPr>
            <a:spLocks noGrp="1"/>
          </p:cNvSpPr>
          <p:nvPr/>
        </p:nvSpPr>
        <p:spPr>
          <a:xfrm>
            <a:off x="685800" y="1971675"/>
            <a:ext cx="6667500" cy="552450"/>
          </a:xfrm>
          <a:prstGeom prst="rect">
            <a:avLst/>
          </a:prstGeom>
          <a:noFill/>
          <a:ln w="0">
            <a:noFill/>
          </a:ln>
        </p:spPr>
        <p:txBody>
          <a:bodyPr wrap="none" lIns="0" tIns="0" rIns="0" bIns="0" anchor="t">
            <a:noAutofit/>
          </a:bodyPr>
          <a:lstStyle>
            <a:defPPr algn="l">
              <a:defRPr sz="3300" b="1">
                <a:solidFill>
                  <a:srgbClr val="17232B"/>
                </a:solidFill>
                <a:latin typeface="Arial"/>
                <a:ea typeface="Arial"/>
                <a:cs typeface="Arial"/>
              </a:defRPr>
            </a:defPPr>
            <a:lvl1pPr algn="l">
              <a:defRPr sz="3300" b="1">
                <a:solidFill>
                  <a:srgbClr val="17232B"/>
                </a:solidFill>
                <a:latin typeface="Arial"/>
                <a:ea typeface="Arial"/>
                <a:cs typeface="Arial"/>
              </a:defRPr>
            </a:lvl1pPr>
            <a:lvl2pPr algn="l">
              <a:defRPr sz="3300" b="1">
                <a:solidFill>
                  <a:srgbClr val="17232B"/>
                </a:solidFill>
                <a:latin typeface="Arial"/>
                <a:ea typeface="Arial"/>
                <a:cs typeface="Arial"/>
              </a:defRPr>
            </a:lvl2pPr>
            <a:lvl3pPr algn="l">
              <a:defRPr sz="3300" b="1">
                <a:solidFill>
                  <a:srgbClr val="17232B"/>
                </a:solidFill>
                <a:latin typeface="Arial"/>
                <a:ea typeface="Arial"/>
                <a:cs typeface="Arial"/>
              </a:defRPr>
            </a:lvl3pPr>
            <a:lvl4pPr algn="l">
              <a:defRPr sz="3300" b="1">
                <a:solidFill>
                  <a:srgbClr val="17232B"/>
                </a:solidFill>
                <a:latin typeface="Arial"/>
                <a:ea typeface="Arial"/>
                <a:cs typeface="Arial"/>
              </a:defRPr>
            </a:lvl4pPr>
            <a:lvl5pPr algn="l">
              <a:defRPr sz="3300" b="1">
                <a:solidFill>
                  <a:srgbClr val="17232B"/>
                </a:solidFill>
                <a:latin typeface="Arial"/>
                <a:ea typeface="Arial"/>
                <a:cs typeface="Arial"/>
              </a:defRPr>
            </a:lvl5pPr>
            <a:lvl6pPr algn="l">
              <a:defRPr sz="3300" b="1">
                <a:solidFill>
                  <a:srgbClr val="17232B"/>
                </a:solidFill>
                <a:latin typeface="Arial"/>
                <a:ea typeface="Arial"/>
                <a:cs typeface="Arial"/>
              </a:defRPr>
            </a:lvl6pPr>
            <a:lvl7pPr algn="l">
              <a:defRPr sz="3300" b="1">
                <a:solidFill>
                  <a:srgbClr val="17232B"/>
                </a:solidFill>
                <a:latin typeface="Arial"/>
                <a:ea typeface="Arial"/>
                <a:cs typeface="Arial"/>
              </a:defRPr>
            </a:lvl7pPr>
            <a:lvl8pPr algn="l">
              <a:defRPr sz="3300" b="1">
                <a:solidFill>
                  <a:srgbClr val="17232B"/>
                </a:solidFill>
                <a:latin typeface="Arial"/>
                <a:ea typeface="Arial"/>
                <a:cs typeface="Arial"/>
              </a:defRPr>
            </a:lvl8pPr>
            <a:lvl9pPr algn="l">
              <a:defRPr sz="3300" b="1">
                <a:solidFill>
                  <a:srgbClr val="17232B"/>
                </a:solidFill>
                <a:latin typeface="Arial"/>
                <a:ea typeface="Arial"/>
                <a:cs typeface="Arial"/>
              </a:defRPr>
            </a:lvl9pPr>
          </a:lstStyle>
          <a:p>
            <a:pPr algn="l">
              <a:defRPr sz="3300" b="1">
                <a:solidFill>
                  <a:srgbClr val="17232B"/>
                </a:solidFill>
                <a:latin typeface="Arial"/>
                <a:ea typeface="Arial"/>
                <a:cs typeface="Arial"/>
              </a:defRPr>
            </a:pPr>
            <a:r>
              <a:rPr sz="3300" b="1">
                <a:solidFill>
                  <a:srgbClr val="17232B"/>
                </a:solidFill>
                <a:latin typeface="Arial"/>
                <a:ea typeface="Arial"/>
                <a:cs typeface="Arial"/>
              </a:rPr>
              <a:t>MDC and PAS</a:t>
            </a:r>
          </a:p>
        </p:txBody>
      </p:sp>
      <p:sp>
        <p:nvSpPr>
          <p:cNvPr id="6" name="scope-sub">
            <a:extLst>
              <a:ext uri="{FF2B5EF4-FFF2-40B4-BE49-F238E27FC236}">
                <a16:creationId xmlns:a16="http://schemas.microsoft.com/office/drawing/2014/main" id="{A05D27A1-92DF-465C-960E-18A1160884D4}"/>
              </a:ext>
            </a:extLst>
          </p:cNvPr>
          <p:cNvSpPr>
            <a:spLocks noGrp="1"/>
          </p:cNvSpPr>
          <p:nvPr/>
        </p:nvSpPr>
        <p:spPr>
          <a:xfrm>
            <a:off x="685800" y="2581275"/>
            <a:ext cx="7620000" cy="371475"/>
          </a:xfrm>
          <a:prstGeom prst="rect">
            <a:avLst/>
          </a:prstGeom>
          <a:noFill/>
          <a:ln w="0">
            <a:noFill/>
          </a:ln>
        </p:spPr>
        <p:txBody>
          <a:bodyPr wrap="none" lIns="0" tIns="0" rIns="0" bIns="0" anchor="t">
            <a:noAutofit/>
          </a:bodyPr>
          <a:lstStyle>
            <a:defPPr algn="l">
              <a:defRPr sz="2100" b="0">
                <a:solidFill>
                  <a:srgbClr val="53606A"/>
                </a:solidFill>
                <a:latin typeface="Arial"/>
                <a:ea typeface="Arial"/>
                <a:cs typeface="Arial"/>
              </a:defRPr>
            </a:defPPr>
            <a:lvl1pPr algn="l">
              <a:defRPr sz="2100" b="0">
                <a:solidFill>
                  <a:srgbClr val="53606A"/>
                </a:solidFill>
                <a:latin typeface="Arial"/>
                <a:ea typeface="Arial"/>
                <a:cs typeface="Arial"/>
              </a:defRPr>
            </a:lvl1pPr>
            <a:lvl2pPr algn="l">
              <a:defRPr sz="2100" b="0">
                <a:solidFill>
                  <a:srgbClr val="53606A"/>
                </a:solidFill>
                <a:latin typeface="Arial"/>
                <a:ea typeface="Arial"/>
                <a:cs typeface="Arial"/>
              </a:defRPr>
            </a:lvl2pPr>
            <a:lvl3pPr algn="l">
              <a:defRPr sz="2100" b="0">
                <a:solidFill>
                  <a:srgbClr val="53606A"/>
                </a:solidFill>
                <a:latin typeface="Arial"/>
                <a:ea typeface="Arial"/>
                <a:cs typeface="Arial"/>
              </a:defRPr>
            </a:lvl3pPr>
            <a:lvl4pPr algn="l">
              <a:defRPr sz="2100" b="0">
                <a:solidFill>
                  <a:srgbClr val="53606A"/>
                </a:solidFill>
                <a:latin typeface="Arial"/>
                <a:ea typeface="Arial"/>
                <a:cs typeface="Arial"/>
              </a:defRPr>
            </a:lvl4pPr>
            <a:lvl5pPr algn="l">
              <a:defRPr sz="2100" b="0">
                <a:solidFill>
                  <a:srgbClr val="53606A"/>
                </a:solidFill>
                <a:latin typeface="Arial"/>
                <a:ea typeface="Arial"/>
                <a:cs typeface="Arial"/>
              </a:defRPr>
            </a:lvl5pPr>
            <a:lvl6pPr algn="l">
              <a:defRPr sz="2100" b="0">
                <a:solidFill>
                  <a:srgbClr val="53606A"/>
                </a:solidFill>
                <a:latin typeface="Arial"/>
                <a:ea typeface="Arial"/>
                <a:cs typeface="Arial"/>
              </a:defRPr>
            </a:lvl6pPr>
            <a:lvl7pPr algn="l">
              <a:defRPr sz="2100" b="0">
                <a:solidFill>
                  <a:srgbClr val="53606A"/>
                </a:solidFill>
                <a:latin typeface="Arial"/>
                <a:ea typeface="Arial"/>
                <a:cs typeface="Arial"/>
              </a:defRPr>
            </a:lvl7pPr>
            <a:lvl8pPr algn="l">
              <a:defRPr sz="2100" b="0">
                <a:solidFill>
                  <a:srgbClr val="53606A"/>
                </a:solidFill>
                <a:latin typeface="Arial"/>
                <a:ea typeface="Arial"/>
                <a:cs typeface="Arial"/>
              </a:defRPr>
            </a:lvl8pPr>
            <a:lvl9pPr algn="l">
              <a:defRPr sz="2100" b="0">
                <a:solidFill>
                  <a:srgbClr val="53606A"/>
                </a:solidFill>
                <a:latin typeface="Arial"/>
                <a:ea typeface="Arial"/>
                <a:cs typeface="Arial"/>
              </a:defRPr>
            </a:lvl9pPr>
          </a:lstStyle>
          <a:p>
            <a:pPr algn="l">
              <a:defRPr sz="2100" b="0">
                <a:solidFill>
                  <a:srgbClr val="53606A"/>
                </a:solidFill>
                <a:latin typeface="Arial"/>
                <a:ea typeface="Arial"/>
                <a:cs typeface="Arial"/>
              </a:defRPr>
            </a:pPr>
            <a:r>
              <a:rPr sz="2100" b="0">
                <a:solidFill>
                  <a:srgbClr val="53606A"/>
                </a:solidFill>
                <a:latin typeface="Arial"/>
                <a:ea typeface="Arial"/>
                <a:cs typeface="Arial"/>
              </a:rPr>
              <a:t>BSW implementation on PAS</a:t>
            </a:r>
          </a:p>
        </p:txBody>
      </p:sp>
      <p:graphicFrame>
        <p:nvGraphicFramePr>
          <p:cNvPr id="7" name="Table 6">
            <a:extLst>
              <a:ext uri="{FF2B5EF4-FFF2-40B4-BE49-F238E27FC236}">
                <a16:creationId xmlns:a16="http://schemas.microsoft.com/office/drawing/2014/main" id="{C34FD3C6-B233-4401-B068-0153A454CB0B}"/>
              </a:ext>
            </a:extLst>
          </p:cNvPr>
          <p:cNvGraphicFramePr/>
          <p:nvPr/>
        </p:nvGraphicFramePr>
        <p:xfrm>
          <a:off x="685800" y="3314700"/>
          <a:ext cx="10820400" cy="2400300"/>
        </p:xfrm>
        <a:graphic>
          <a:graphicData uri="http://schemas.openxmlformats.org/drawingml/2006/table">
            <a:tbl>
              <a:tblPr/>
              <a:tblGrid>
                <a:gridCol w="333375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4629150">
                  <a:extLst>
                    <a:ext uri="{9D8B030D-6E8A-4147-A177-3AD203B41FA5}">
                      <a16:colId xmlns:a16="http://schemas.microsoft.com/office/drawing/2014/main" val="20002"/>
                    </a:ext>
                  </a:extLst>
                </a:gridCol>
              </a:tblGrid>
              <a:tr h="600075">
                <a:tc>
                  <a:txBody>
                    <a:bodyPr/>
                    <a:lstStyle/>
                    <a:p>
                      <a:r>
                        <a:rPr sz="1800" b="1">
                          <a:solidFill>
                            <a:srgbClr val="FFFFFF"/>
                          </a:solidFill>
                          <a:latin typeface="Arial"/>
                          <a:ea typeface="Arial"/>
                          <a:cs typeface="Arial"/>
                        </a:rPr>
                        <a:t>Frame</a:t>
                      </a:r>
                    </a:p>
                  </a:txBody>
                  <a:tcPr anchor="ctr">
                    <a:lnL w="0">
                      <a:solidFill>
                        <a:srgbClr val="FFFFFF"/>
                      </a:solidFill>
                      <a:prstDash val="solid"/>
                    </a:lnL>
                    <a:lnR w="0">
                      <a:solidFill>
                        <a:srgbClr val="FFFFFF"/>
                      </a:solidFill>
                      <a:prstDash val="solid"/>
                    </a:lnR>
                    <a:lnT w="0">
                      <a:solidFill>
                        <a:srgbClr val="FFFFFF"/>
                      </a:solidFill>
                      <a:prstDash val="solid"/>
                    </a:lnT>
                    <a:lnB w="0">
                      <a:solidFill>
                        <a:srgbClr val="FFFFFF"/>
                      </a:solidFill>
                      <a:prstDash val="solid"/>
                    </a:lnB>
                    <a:solidFill>
                      <a:srgbClr val="D5001C"/>
                    </a:solidFill>
                  </a:tcPr>
                </a:tc>
                <a:tc>
                  <a:txBody>
                    <a:bodyPr/>
                    <a:lstStyle/>
                    <a:p>
                      <a:r>
                        <a:rPr sz="1800" b="1">
                          <a:solidFill>
                            <a:srgbClr val="FFFFFF"/>
                          </a:solidFill>
                          <a:latin typeface="Arial"/>
                          <a:ea typeface="Arial"/>
                          <a:cs typeface="Arial"/>
                        </a:rPr>
                        <a:t>Direction</a:t>
                      </a:r>
                    </a:p>
                  </a:txBody>
                  <a:tcPr anchor="ctr">
                    <a:lnL w="0" cap="flat" cmpd="sng" algn="ctr">
                      <a:solidFill>
                        <a:srgbClr val="FFFFFF"/>
                      </a:solidFill>
                      <a:prstDash val="solid"/>
                      <a:round/>
                      <a:headEnd type="none" w="med" len="med"/>
                      <a:tailEnd type="none" w="med" len="med"/>
                    </a:lnL>
                    <a:lnR w="0">
                      <a:solidFill>
                        <a:srgbClr val="FFFFFF"/>
                      </a:solidFill>
                      <a:prstDash val="solid"/>
                    </a:lnR>
                    <a:lnT w="0">
                      <a:solidFill>
                        <a:srgbClr val="FFFFFF"/>
                      </a:solidFill>
                      <a:prstDash val="solid"/>
                    </a:lnT>
                    <a:lnB w="0">
                      <a:solidFill>
                        <a:srgbClr val="FFFFFF"/>
                      </a:solidFill>
                      <a:prstDash val="solid"/>
                    </a:lnB>
                    <a:solidFill>
                      <a:srgbClr val="D5001C"/>
                    </a:solidFill>
                  </a:tcPr>
                </a:tc>
                <a:tc>
                  <a:txBody>
                    <a:bodyPr/>
                    <a:lstStyle/>
                    <a:p>
                      <a:r>
                        <a:rPr sz="1800" b="1">
                          <a:solidFill>
                            <a:srgbClr val="FFFFFF"/>
                          </a:solidFill>
                          <a:latin typeface="Arial"/>
                          <a:ea typeface="Arial"/>
                          <a:cs typeface="Arial"/>
                        </a:rPr>
                        <a:t>Required behavior</a:t>
                      </a:r>
                    </a:p>
                  </a:txBody>
                  <a:tcPr anchor="ctr">
                    <a:lnL w="0" cap="flat" cmpd="sng" algn="ctr">
                      <a:solidFill>
                        <a:srgbClr val="FFFFFF"/>
                      </a:solidFill>
                      <a:prstDash val="solid"/>
                      <a:round/>
                      <a:headEnd type="none" w="med" len="med"/>
                      <a:tailEnd type="none" w="med" len="med"/>
                    </a:lnL>
                    <a:lnR w="0">
                      <a:solidFill>
                        <a:srgbClr val="FFFFFF"/>
                      </a:solidFill>
                      <a:prstDash val="solid"/>
                    </a:lnR>
                    <a:lnT w="0">
                      <a:solidFill>
                        <a:srgbClr val="FFFFFF"/>
                      </a:solidFill>
                      <a:prstDash val="solid"/>
                    </a:lnT>
                    <a:lnB w="0">
                      <a:solidFill>
                        <a:srgbClr val="FFFFFF"/>
                      </a:solidFill>
                      <a:prstDash val="solid"/>
                    </a:lnB>
                    <a:solidFill>
                      <a:srgbClr val="D5001C"/>
                    </a:solidFill>
                  </a:tcPr>
                </a:tc>
                <a:extLst>
                  <a:ext uri="{0D108BD9-81ED-4DB2-BD59-A6C34878D82A}">
                    <a16:rowId xmlns:a16="http://schemas.microsoft.com/office/drawing/2014/main" val="10000"/>
                  </a:ext>
                </a:extLst>
              </a:tr>
              <a:tr h="600075">
                <a:tc>
                  <a:txBody>
                    <a:bodyPr/>
                    <a:lstStyle/>
                    <a:p>
                      <a:r>
                        <a:rPr sz="1800" b="0">
                          <a:solidFill>
                            <a:srgbClr val="17232B"/>
                          </a:solidFill>
                          <a:latin typeface="Arial"/>
                          <a:ea typeface="Arial"/>
                          <a:cs typeface="Arial"/>
                        </a:rPr>
                        <a:t>VehicleStatus</a:t>
                      </a:r>
                    </a:p>
                  </a:txBody>
                  <a:tcPr anchor="ctr">
                    <a:lnL w="0">
                      <a:solidFill>
                        <a:srgbClr val="FFFFFF"/>
                      </a:solidFill>
                      <a:prstDash val="soli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3F4F5"/>
                    </a:solidFill>
                  </a:tcPr>
                </a:tc>
                <a:tc>
                  <a:txBody>
                    <a:bodyPr/>
                    <a:lstStyle/>
                    <a:p>
                      <a:r>
                        <a:rPr sz="1800" b="0">
                          <a:solidFill>
                            <a:srgbClr val="17232B"/>
                          </a:solidFill>
                          <a:latin typeface="Arial"/>
                          <a:ea typeface="Arial"/>
                          <a:cs typeface="Arial"/>
                        </a:rPr>
                        <a:t>MDC to PAS  /  Rx</a:t>
                      </a:r>
                    </a:p>
                  </a:txBody>
                  <a:tcPr anchor="ctr">
                    <a:lnL w="0" cap="flat" cmpd="sng" algn="ctr">
                      <a:solidFill>
                        <a:srgbClr val="FFFFFF"/>
                      </a:solidFill>
                      <a:prstDash val="solid"/>
                      <a:round/>
                      <a:headEnd type="none" w="med" len="med"/>
                      <a:tailEnd type="none" w="med" len="me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3F4F5"/>
                    </a:solidFill>
                  </a:tcPr>
                </a:tc>
                <a:tc>
                  <a:txBody>
                    <a:bodyPr/>
                    <a:lstStyle/>
                    <a:p>
                      <a:r>
                        <a:rPr sz="1800" b="0">
                          <a:solidFill>
                            <a:srgbClr val="17232B"/>
                          </a:solidFill>
                          <a:latin typeface="Arial"/>
                          <a:ea typeface="Arial"/>
                          <a:cs typeface="Arial"/>
                        </a:rPr>
                        <a:t>Cyclic reception every 20 ms</a:t>
                      </a:r>
                    </a:p>
                  </a:txBody>
                  <a:tcPr anchor="ctr">
                    <a:lnL w="0" cap="flat" cmpd="sng" algn="ctr">
                      <a:solidFill>
                        <a:srgbClr val="FFFFFF"/>
                      </a:solidFill>
                      <a:prstDash val="solid"/>
                      <a:round/>
                      <a:headEnd type="none" w="med" len="med"/>
                      <a:tailEnd type="none" w="med" len="me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3F4F5"/>
                    </a:solidFill>
                  </a:tcPr>
                </a:tc>
                <a:extLst>
                  <a:ext uri="{0D108BD9-81ED-4DB2-BD59-A6C34878D82A}">
                    <a16:rowId xmlns:a16="http://schemas.microsoft.com/office/drawing/2014/main" val="10001"/>
                  </a:ext>
                </a:extLst>
              </a:tr>
              <a:tr h="600075">
                <a:tc>
                  <a:txBody>
                    <a:bodyPr/>
                    <a:lstStyle/>
                    <a:p>
                      <a:r>
                        <a:rPr sz="1800" b="0">
                          <a:solidFill>
                            <a:srgbClr val="17232B"/>
                          </a:solidFill>
                          <a:latin typeface="Arial"/>
                          <a:ea typeface="Arial"/>
                          <a:cs typeface="Arial"/>
                        </a:rPr>
                        <a:t>KeyLearn</a:t>
                      </a:r>
                    </a:p>
                  </a:txBody>
                  <a:tcPr anchor="ctr">
                    <a:lnL w="0">
                      <a:solidFill>
                        <a:srgbClr val="FFFFFF"/>
                      </a:solidFill>
                      <a:prstDash val="soli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tc>
                  <a:txBody>
                    <a:bodyPr/>
                    <a:lstStyle/>
                    <a:p>
                      <a:r>
                        <a:rPr sz="1800" b="0">
                          <a:solidFill>
                            <a:srgbClr val="17232B"/>
                          </a:solidFill>
                          <a:latin typeface="Arial"/>
                          <a:ea typeface="Arial"/>
                          <a:cs typeface="Arial"/>
                        </a:rPr>
                        <a:t>MDC to PAS  /  Rx</a:t>
                      </a:r>
                    </a:p>
                  </a:txBody>
                  <a:tcPr anchor="ctr">
                    <a:lnL w="0" cap="flat" cmpd="sng" algn="ctr">
                      <a:solidFill>
                        <a:srgbClr val="FFFFFF"/>
                      </a:solidFill>
                      <a:prstDash val="solid"/>
                      <a:round/>
                      <a:headEnd type="none" w="med" len="med"/>
                      <a:tailEnd type="none" w="med" len="me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tc>
                  <a:txBody>
                    <a:bodyPr/>
                    <a:lstStyle/>
                    <a:p>
                      <a:r>
                        <a:rPr sz="1800" b="0">
                          <a:solidFill>
                            <a:srgbClr val="17232B"/>
                          </a:solidFill>
                          <a:latin typeface="Arial"/>
                          <a:ea typeface="Arial"/>
                          <a:cs typeface="Arial"/>
                        </a:rPr>
                        <a:t>Receive KeyLearn from MDC</a:t>
                      </a:r>
                    </a:p>
                  </a:txBody>
                  <a:tcPr anchor="ctr">
                    <a:lnL w="0" cap="flat" cmpd="sng" algn="ctr">
                      <a:solidFill>
                        <a:srgbClr val="FFFFFF"/>
                      </a:solidFill>
                      <a:prstDash val="solid"/>
                      <a:round/>
                      <a:headEnd type="none" w="med" len="med"/>
                      <a:tailEnd type="none" w="med" len="me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FFFFF"/>
                    </a:solidFill>
                  </a:tcPr>
                </a:tc>
                <a:extLst>
                  <a:ext uri="{0D108BD9-81ED-4DB2-BD59-A6C34878D82A}">
                    <a16:rowId xmlns:a16="http://schemas.microsoft.com/office/drawing/2014/main" val="10002"/>
                  </a:ext>
                </a:extLst>
              </a:tr>
              <a:tr h="600075">
                <a:tc>
                  <a:txBody>
                    <a:bodyPr/>
                    <a:lstStyle/>
                    <a:p>
                      <a:r>
                        <a:rPr sz="1800" b="0">
                          <a:solidFill>
                            <a:srgbClr val="17232B"/>
                          </a:solidFill>
                          <a:latin typeface="Arial"/>
                          <a:ea typeface="Arial"/>
                          <a:cs typeface="Arial"/>
                        </a:rPr>
                        <a:t>KeyLearn</a:t>
                      </a:r>
                    </a:p>
                  </a:txBody>
                  <a:tcPr anchor="ctr">
                    <a:lnL w="0">
                      <a:solidFill>
                        <a:srgbClr val="FFFFFF"/>
                      </a:solidFill>
                      <a:prstDash val="soli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3F4F5"/>
                    </a:solidFill>
                  </a:tcPr>
                </a:tc>
                <a:tc>
                  <a:txBody>
                    <a:bodyPr/>
                    <a:lstStyle/>
                    <a:p>
                      <a:r>
                        <a:rPr sz="1800" b="0">
                          <a:solidFill>
                            <a:srgbClr val="17232B"/>
                          </a:solidFill>
                          <a:latin typeface="Arial"/>
                          <a:ea typeface="Arial"/>
                          <a:cs typeface="Arial"/>
                        </a:rPr>
                        <a:t>PAS to MDC  /  Tx</a:t>
                      </a:r>
                    </a:p>
                  </a:txBody>
                  <a:tcPr anchor="ctr">
                    <a:lnL w="0" cap="flat" cmpd="sng" algn="ctr">
                      <a:solidFill>
                        <a:srgbClr val="FFFFFF"/>
                      </a:solidFill>
                      <a:prstDash val="solid"/>
                      <a:round/>
                      <a:headEnd type="none" w="med" len="med"/>
                      <a:tailEnd type="none" w="med" len="me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3F4F5"/>
                    </a:solidFill>
                  </a:tcPr>
                </a:tc>
                <a:tc>
                  <a:txBody>
                    <a:bodyPr/>
                    <a:lstStyle/>
                    <a:p>
                      <a:r>
                        <a:rPr sz="1800" b="0">
                          <a:solidFill>
                            <a:srgbClr val="17232B"/>
                          </a:solidFill>
                          <a:latin typeface="Arial"/>
                          <a:ea typeface="Arial"/>
                          <a:cs typeface="Arial"/>
                        </a:rPr>
                        <a:t>Event triggered after KeyLearn Rx</a:t>
                      </a:r>
                    </a:p>
                  </a:txBody>
                  <a:tcPr anchor="ctr">
                    <a:lnL w="0" cap="flat" cmpd="sng" algn="ctr">
                      <a:solidFill>
                        <a:srgbClr val="FFFFFF"/>
                      </a:solidFill>
                      <a:prstDash val="solid"/>
                      <a:round/>
                      <a:headEnd type="none" w="med" len="med"/>
                      <a:tailEnd type="none" w="med" len="med"/>
                    </a:lnL>
                    <a:lnR w="0">
                      <a:solidFill>
                        <a:srgbClr val="FFFFFF"/>
                      </a:solidFill>
                      <a:prstDash val="solid"/>
                    </a:lnR>
                    <a:lnT w="0" cap="flat" cmpd="sng" algn="ctr">
                      <a:solidFill>
                        <a:srgbClr val="FFFFFF"/>
                      </a:solidFill>
                      <a:prstDash val="solid"/>
                      <a:round/>
                      <a:headEnd type="none" w="med" len="med"/>
                      <a:tailEnd type="none" w="med" len="med"/>
                    </a:lnT>
                    <a:lnB w="0">
                      <a:solidFill>
                        <a:srgbClr val="FFFFFF"/>
                      </a:solidFill>
                      <a:prstDash val="solid"/>
                    </a:lnB>
                    <a:solidFill>
                      <a:srgbClr val="F3F4F5"/>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602329652"/>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hase">
            <a:extLst>
              <a:ext uri="{FF2B5EF4-FFF2-40B4-BE49-F238E27FC236}">
                <a16:creationId xmlns:a16="http://schemas.microsoft.com/office/drawing/2014/main" id="{093679E1-5E8A-4570-956C-5F631C115057}"/>
              </a:ext>
            </a:extLst>
          </p:cNvPr>
          <p:cNvSpPr>
            <a:spLocks noGrp="1"/>
          </p:cNvSpPr>
          <p:nvPr/>
        </p:nvSpPr>
        <p:spPr>
          <a:xfrm>
            <a:off x="685800" y="438150"/>
            <a:ext cx="10001250" cy="247650"/>
          </a:xfrm>
          <a:prstGeom prst="rect">
            <a:avLst/>
          </a:prstGeom>
          <a:noFill/>
          <a:ln w="0">
            <a:noFill/>
          </a:ln>
        </p:spPr>
        <p:txBody>
          <a:bodyPr wrap="none" lIns="0" tIns="0" rIns="0" bIns="0" anchor="t">
            <a:noAutofit/>
          </a:bodyPr>
          <a:lstStyle>
            <a:defPPr algn="l">
              <a:defRPr sz="1350" b="1">
                <a:solidFill>
                  <a:srgbClr val="D5001C"/>
                </a:solidFill>
                <a:latin typeface="Arial"/>
                <a:ea typeface="Arial"/>
                <a:cs typeface="Arial"/>
              </a:defRPr>
            </a:defPPr>
            <a:lvl1pPr algn="l">
              <a:defRPr sz="1350" b="1">
                <a:solidFill>
                  <a:srgbClr val="D5001C"/>
                </a:solidFill>
                <a:latin typeface="Arial"/>
                <a:ea typeface="Arial"/>
                <a:cs typeface="Arial"/>
              </a:defRPr>
            </a:lvl1pPr>
            <a:lvl2pPr algn="l">
              <a:defRPr sz="1350" b="1">
                <a:solidFill>
                  <a:srgbClr val="D5001C"/>
                </a:solidFill>
                <a:latin typeface="Arial"/>
                <a:ea typeface="Arial"/>
                <a:cs typeface="Arial"/>
              </a:defRPr>
            </a:lvl2pPr>
            <a:lvl3pPr algn="l">
              <a:defRPr sz="1350" b="1">
                <a:solidFill>
                  <a:srgbClr val="D5001C"/>
                </a:solidFill>
                <a:latin typeface="Arial"/>
                <a:ea typeface="Arial"/>
                <a:cs typeface="Arial"/>
              </a:defRPr>
            </a:lvl3pPr>
            <a:lvl4pPr algn="l">
              <a:defRPr sz="1350" b="1">
                <a:solidFill>
                  <a:srgbClr val="D5001C"/>
                </a:solidFill>
                <a:latin typeface="Arial"/>
                <a:ea typeface="Arial"/>
                <a:cs typeface="Arial"/>
              </a:defRPr>
            </a:lvl4pPr>
            <a:lvl5pPr algn="l">
              <a:defRPr sz="1350" b="1">
                <a:solidFill>
                  <a:srgbClr val="D5001C"/>
                </a:solidFill>
                <a:latin typeface="Arial"/>
                <a:ea typeface="Arial"/>
                <a:cs typeface="Arial"/>
              </a:defRPr>
            </a:lvl5pPr>
            <a:lvl6pPr algn="l">
              <a:defRPr sz="1350" b="1">
                <a:solidFill>
                  <a:srgbClr val="D5001C"/>
                </a:solidFill>
                <a:latin typeface="Arial"/>
                <a:ea typeface="Arial"/>
                <a:cs typeface="Arial"/>
              </a:defRPr>
            </a:lvl6pPr>
            <a:lvl7pPr algn="l">
              <a:defRPr sz="1350" b="1">
                <a:solidFill>
                  <a:srgbClr val="D5001C"/>
                </a:solidFill>
                <a:latin typeface="Arial"/>
                <a:ea typeface="Arial"/>
                <a:cs typeface="Arial"/>
              </a:defRPr>
            </a:lvl7pPr>
            <a:lvl8pPr algn="l">
              <a:defRPr sz="1350" b="1">
                <a:solidFill>
                  <a:srgbClr val="D5001C"/>
                </a:solidFill>
                <a:latin typeface="Arial"/>
                <a:ea typeface="Arial"/>
                <a:cs typeface="Arial"/>
              </a:defRPr>
            </a:lvl8pPr>
            <a:lvl9pPr algn="l">
              <a:defRPr sz="1350" b="1">
                <a:solidFill>
                  <a:srgbClr val="D5001C"/>
                </a:solidFill>
                <a:latin typeface="Arial"/>
                <a:ea typeface="Arial"/>
                <a:cs typeface="Arial"/>
              </a:defRPr>
            </a:lvl9pPr>
          </a:lstStyle>
          <a:p>
            <a:pPr algn="l">
              <a:defRPr sz="1350" b="1">
                <a:solidFill>
                  <a:srgbClr val="D5001C"/>
                </a:solidFill>
                <a:latin typeface="Arial"/>
                <a:ea typeface="Arial"/>
                <a:cs typeface="Arial"/>
              </a:defRPr>
            </a:pPr>
            <a:r>
              <a:rPr sz="1350" b="1">
                <a:solidFill>
                  <a:srgbClr val="D5001C"/>
                </a:solidFill>
                <a:latin typeface="Arial"/>
                <a:ea typeface="Arial"/>
                <a:cs typeface="Arial"/>
              </a:rPr>
              <a:t>01   REQUIREMENTS</a:t>
            </a:r>
          </a:p>
        </p:txBody>
      </p:sp>
      <p:sp>
        <p:nvSpPr>
          <p:cNvPr id="3" name="title">
            <a:extLst>
              <a:ext uri="{FF2B5EF4-FFF2-40B4-BE49-F238E27FC236}">
                <a16:creationId xmlns:a16="http://schemas.microsoft.com/office/drawing/2014/main" id="{AD880DF4-507A-4639-BCDA-A7038EBEA6E3}"/>
              </a:ext>
            </a:extLst>
          </p:cNvPr>
          <p:cNvSpPr>
            <a:spLocks noGrp="1"/>
          </p:cNvSpPr>
          <p:nvPr/>
        </p:nvSpPr>
        <p:spPr>
          <a:xfrm>
            <a:off x="685800" y="914400"/>
            <a:ext cx="10763250" cy="742950"/>
          </a:xfrm>
          <a:prstGeom prst="rect">
            <a:avLst/>
          </a:prstGeom>
          <a:noFill/>
          <a:ln w="0">
            <a:noFill/>
          </a:ln>
        </p:spPr>
        <p:txBody>
          <a:bodyPr wrap="none" lIns="0" tIns="0" rIns="0" bIns="0" anchor="t">
            <a:noAutofit/>
          </a:bodyPr>
          <a:lstStyle>
            <a:defPPr algn="l">
              <a:defRPr sz="4800" b="1">
                <a:solidFill>
                  <a:srgbClr val="17232B"/>
                </a:solidFill>
                <a:latin typeface="Arial"/>
                <a:ea typeface="Arial"/>
                <a:cs typeface="Arial"/>
              </a:defRPr>
            </a:defPPr>
            <a:lvl1pPr algn="l">
              <a:defRPr sz="4800" b="1">
                <a:solidFill>
                  <a:srgbClr val="17232B"/>
                </a:solidFill>
                <a:latin typeface="Arial"/>
                <a:ea typeface="Arial"/>
                <a:cs typeface="Arial"/>
              </a:defRPr>
            </a:lvl1pPr>
            <a:lvl2pPr algn="l">
              <a:defRPr sz="4800" b="1">
                <a:solidFill>
                  <a:srgbClr val="17232B"/>
                </a:solidFill>
                <a:latin typeface="Arial"/>
                <a:ea typeface="Arial"/>
                <a:cs typeface="Arial"/>
              </a:defRPr>
            </a:lvl2pPr>
            <a:lvl3pPr algn="l">
              <a:defRPr sz="4800" b="1">
                <a:solidFill>
                  <a:srgbClr val="17232B"/>
                </a:solidFill>
                <a:latin typeface="Arial"/>
                <a:ea typeface="Arial"/>
                <a:cs typeface="Arial"/>
              </a:defRPr>
            </a:lvl3pPr>
            <a:lvl4pPr algn="l">
              <a:defRPr sz="4800" b="1">
                <a:solidFill>
                  <a:srgbClr val="17232B"/>
                </a:solidFill>
                <a:latin typeface="Arial"/>
                <a:ea typeface="Arial"/>
                <a:cs typeface="Arial"/>
              </a:defRPr>
            </a:lvl4pPr>
            <a:lvl5pPr algn="l">
              <a:defRPr sz="4800" b="1">
                <a:solidFill>
                  <a:srgbClr val="17232B"/>
                </a:solidFill>
                <a:latin typeface="Arial"/>
                <a:ea typeface="Arial"/>
                <a:cs typeface="Arial"/>
              </a:defRPr>
            </a:lvl5pPr>
            <a:lvl6pPr algn="l">
              <a:defRPr sz="4800" b="1">
                <a:solidFill>
                  <a:srgbClr val="17232B"/>
                </a:solidFill>
                <a:latin typeface="Arial"/>
                <a:ea typeface="Arial"/>
                <a:cs typeface="Arial"/>
              </a:defRPr>
            </a:lvl6pPr>
            <a:lvl7pPr algn="l">
              <a:defRPr sz="4800" b="1">
                <a:solidFill>
                  <a:srgbClr val="17232B"/>
                </a:solidFill>
                <a:latin typeface="Arial"/>
                <a:ea typeface="Arial"/>
                <a:cs typeface="Arial"/>
              </a:defRPr>
            </a:lvl7pPr>
            <a:lvl8pPr algn="l">
              <a:defRPr sz="4800" b="1">
                <a:solidFill>
                  <a:srgbClr val="17232B"/>
                </a:solidFill>
                <a:latin typeface="Arial"/>
                <a:ea typeface="Arial"/>
                <a:cs typeface="Arial"/>
              </a:defRPr>
            </a:lvl8pPr>
            <a:lvl9pPr algn="l">
              <a:defRPr sz="4800" b="1">
                <a:solidFill>
                  <a:srgbClr val="17232B"/>
                </a:solidFill>
                <a:latin typeface="Arial"/>
                <a:ea typeface="Arial"/>
                <a:cs typeface="Arial"/>
              </a:defRPr>
            </a:lvl9pPr>
          </a:lstStyle>
          <a:p>
            <a:pPr algn="l">
              <a:defRPr sz="4800" b="1">
                <a:solidFill>
                  <a:srgbClr val="17232B"/>
                </a:solidFill>
                <a:latin typeface="Arial"/>
                <a:ea typeface="Arial"/>
                <a:cs typeface="Arial"/>
              </a:defRPr>
            </a:pPr>
            <a:r>
              <a:rPr sz="4800" b="1">
                <a:solidFill>
                  <a:srgbClr val="17232B"/>
                </a:solidFill>
                <a:latin typeface="Arial"/>
                <a:ea typeface="Arial"/>
                <a:cs typeface="Arial"/>
              </a:rPr>
              <a:t>Analysis</a:t>
            </a:r>
          </a:p>
        </p:txBody>
      </p:sp>
      <p:sp>
        <p:nvSpPr>
          <p:cNvPr id="4" name="page">
            <a:extLst>
              <a:ext uri="{FF2B5EF4-FFF2-40B4-BE49-F238E27FC236}">
                <a16:creationId xmlns:a16="http://schemas.microsoft.com/office/drawing/2014/main" id="{F170D853-BD7F-4D46-8D77-C42BFB3FDA85}"/>
              </a:ext>
            </a:extLst>
          </p:cNvPr>
          <p:cNvSpPr>
            <a:spLocks noGrp="1"/>
          </p:cNvSpPr>
          <p:nvPr/>
        </p:nvSpPr>
        <p:spPr>
          <a:xfrm>
            <a:off x="11049000" y="6210300"/>
            <a:ext cx="457200" cy="266700"/>
          </a:xfrm>
          <a:prstGeom prst="rect">
            <a:avLst/>
          </a:prstGeom>
          <a:noFill/>
          <a:ln w="0">
            <a:noFill/>
          </a:ln>
        </p:spPr>
        <p:txBody>
          <a:bodyPr wrap="none" lIns="0" tIns="0" rIns="0" bIns="0" anchor="t">
            <a:noAutofit/>
          </a:bodyPr>
          <a:lstStyle>
            <a:defPPr algn="l">
              <a:defRPr sz="1275" b="0">
                <a:solidFill>
                  <a:srgbClr val="53606A"/>
                </a:solidFill>
                <a:latin typeface="Arial"/>
                <a:ea typeface="Arial"/>
                <a:cs typeface="Arial"/>
              </a:defRPr>
            </a:defPPr>
            <a:lvl1pPr algn="l">
              <a:defRPr sz="1275" b="0">
                <a:solidFill>
                  <a:srgbClr val="53606A"/>
                </a:solidFill>
                <a:latin typeface="Arial"/>
                <a:ea typeface="Arial"/>
                <a:cs typeface="Arial"/>
              </a:defRPr>
            </a:lvl1pPr>
            <a:lvl2pPr algn="l">
              <a:defRPr sz="1275" b="0">
                <a:solidFill>
                  <a:srgbClr val="53606A"/>
                </a:solidFill>
                <a:latin typeface="Arial"/>
                <a:ea typeface="Arial"/>
                <a:cs typeface="Arial"/>
              </a:defRPr>
            </a:lvl2pPr>
            <a:lvl3pPr algn="l">
              <a:defRPr sz="1275" b="0">
                <a:solidFill>
                  <a:srgbClr val="53606A"/>
                </a:solidFill>
                <a:latin typeface="Arial"/>
                <a:ea typeface="Arial"/>
                <a:cs typeface="Arial"/>
              </a:defRPr>
            </a:lvl3pPr>
            <a:lvl4pPr algn="l">
              <a:defRPr sz="1275" b="0">
                <a:solidFill>
                  <a:srgbClr val="53606A"/>
                </a:solidFill>
                <a:latin typeface="Arial"/>
                <a:ea typeface="Arial"/>
                <a:cs typeface="Arial"/>
              </a:defRPr>
            </a:lvl4pPr>
            <a:lvl5pPr algn="l">
              <a:defRPr sz="1275" b="0">
                <a:solidFill>
                  <a:srgbClr val="53606A"/>
                </a:solidFill>
                <a:latin typeface="Arial"/>
                <a:ea typeface="Arial"/>
                <a:cs typeface="Arial"/>
              </a:defRPr>
            </a:lvl5pPr>
            <a:lvl6pPr algn="l">
              <a:defRPr sz="1275" b="0">
                <a:solidFill>
                  <a:srgbClr val="53606A"/>
                </a:solidFill>
                <a:latin typeface="Arial"/>
                <a:ea typeface="Arial"/>
                <a:cs typeface="Arial"/>
              </a:defRPr>
            </a:lvl6pPr>
            <a:lvl7pPr algn="l">
              <a:defRPr sz="1275" b="0">
                <a:solidFill>
                  <a:srgbClr val="53606A"/>
                </a:solidFill>
                <a:latin typeface="Arial"/>
                <a:ea typeface="Arial"/>
                <a:cs typeface="Arial"/>
              </a:defRPr>
            </a:lvl7pPr>
            <a:lvl8pPr algn="l">
              <a:defRPr sz="1275" b="0">
                <a:solidFill>
                  <a:srgbClr val="53606A"/>
                </a:solidFill>
                <a:latin typeface="Arial"/>
                <a:ea typeface="Arial"/>
                <a:cs typeface="Arial"/>
              </a:defRPr>
            </a:lvl8pPr>
            <a:lvl9pPr algn="l">
              <a:defRPr sz="1275" b="0">
                <a:solidFill>
                  <a:srgbClr val="53606A"/>
                </a:solidFill>
                <a:latin typeface="Arial"/>
                <a:ea typeface="Arial"/>
                <a:cs typeface="Arial"/>
              </a:defRPr>
            </a:lvl9pPr>
          </a:lstStyle>
          <a:p>
            <a:pPr algn="l">
              <a:defRPr sz="1275" b="0">
                <a:solidFill>
                  <a:srgbClr val="53606A"/>
                </a:solidFill>
                <a:latin typeface="Arial"/>
                <a:ea typeface="Arial"/>
                <a:cs typeface="Arial"/>
              </a:defRPr>
            </a:pPr>
            <a:r>
              <a:rPr sz="1275" b="0">
                <a:solidFill>
                  <a:srgbClr val="53606A"/>
                </a:solidFill>
                <a:latin typeface="Arial"/>
                <a:ea typeface="Arial"/>
                <a:cs typeface="Arial"/>
              </a:rPr>
              <a:t>03</a:t>
            </a:r>
          </a:p>
        </p:txBody>
      </p:sp>
      <p:sp>
        <p:nvSpPr>
          <p:cNvPr id="5" name="analysis-main">
            <a:extLst>
              <a:ext uri="{FF2B5EF4-FFF2-40B4-BE49-F238E27FC236}">
                <a16:creationId xmlns:a16="http://schemas.microsoft.com/office/drawing/2014/main" id="{0CB54240-7A19-4E8F-AC31-A052B9348174}"/>
              </a:ext>
            </a:extLst>
          </p:cNvPr>
          <p:cNvSpPr>
            <a:spLocks noGrp="1"/>
          </p:cNvSpPr>
          <p:nvPr/>
        </p:nvSpPr>
        <p:spPr>
          <a:xfrm>
            <a:off x="685800" y="1933575"/>
            <a:ext cx="10820400" cy="495300"/>
          </a:xfrm>
          <a:prstGeom prst="rect">
            <a:avLst/>
          </a:prstGeom>
          <a:noFill/>
          <a:ln w="0">
            <a:noFill/>
          </a:ln>
        </p:spPr>
        <p:txBody>
          <a:bodyPr wrap="none" lIns="0" tIns="0" rIns="0" bIns="0" anchor="t">
            <a:noAutofit/>
          </a:bodyPr>
          <a:lstStyle>
            <a:defPPr algn="l">
              <a:defRPr sz="2700" b="0">
                <a:solidFill>
                  <a:srgbClr val="53606A"/>
                </a:solidFill>
                <a:latin typeface="Arial"/>
                <a:ea typeface="Arial"/>
                <a:cs typeface="Arial"/>
              </a:defRPr>
            </a:defPPr>
            <a:lvl1pPr algn="l">
              <a:defRPr sz="2700" b="0">
                <a:solidFill>
                  <a:srgbClr val="53606A"/>
                </a:solidFill>
                <a:latin typeface="Arial"/>
                <a:ea typeface="Arial"/>
                <a:cs typeface="Arial"/>
              </a:defRPr>
            </a:lvl1pPr>
            <a:lvl2pPr algn="l">
              <a:defRPr sz="2700" b="0">
                <a:solidFill>
                  <a:srgbClr val="53606A"/>
                </a:solidFill>
                <a:latin typeface="Arial"/>
                <a:ea typeface="Arial"/>
                <a:cs typeface="Arial"/>
              </a:defRPr>
            </a:lvl2pPr>
            <a:lvl3pPr algn="l">
              <a:defRPr sz="2700" b="0">
                <a:solidFill>
                  <a:srgbClr val="53606A"/>
                </a:solidFill>
                <a:latin typeface="Arial"/>
                <a:ea typeface="Arial"/>
                <a:cs typeface="Arial"/>
              </a:defRPr>
            </a:lvl3pPr>
            <a:lvl4pPr algn="l">
              <a:defRPr sz="2700" b="0">
                <a:solidFill>
                  <a:srgbClr val="53606A"/>
                </a:solidFill>
                <a:latin typeface="Arial"/>
                <a:ea typeface="Arial"/>
                <a:cs typeface="Arial"/>
              </a:defRPr>
            </a:lvl4pPr>
            <a:lvl5pPr algn="l">
              <a:defRPr sz="2700" b="0">
                <a:solidFill>
                  <a:srgbClr val="53606A"/>
                </a:solidFill>
                <a:latin typeface="Arial"/>
                <a:ea typeface="Arial"/>
                <a:cs typeface="Arial"/>
              </a:defRPr>
            </a:lvl5pPr>
            <a:lvl6pPr algn="l">
              <a:defRPr sz="2700" b="0">
                <a:solidFill>
                  <a:srgbClr val="53606A"/>
                </a:solidFill>
                <a:latin typeface="Arial"/>
                <a:ea typeface="Arial"/>
                <a:cs typeface="Arial"/>
              </a:defRPr>
            </a:lvl6pPr>
            <a:lvl7pPr algn="l">
              <a:defRPr sz="2700" b="0">
                <a:solidFill>
                  <a:srgbClr val="53606A"/>
                </a:solidFill>
                <a:latin typeface="Arial"/>
                <a:ea typeface="Arial"/>
                <a:cs typeface="Arial"/>
              </a:defRPr>
            </a:lvl7pPr>
            <a:lvl8pPr algn="l">
              <a:defRPr sz="2700" b="0">
                <a:solidFill>
                  <a:srgbClr val="53606A"/>
                </a:solidFill>
                <a:latin typeface="Arial"/>
                <a:ea typeface="Arial"/>
                <a:cs typeface="Arial"/>
              </a:defRPr>
            </a:lvl8pPr>
            <a:lvl9pPr algn="l">
              <a:defRPr sz="2700" b="0">
                <a:solidFill>
                  <a:srgbClr val="53606A"/>
                </a:solidFill>
                <a:latin typeface="Arial"/>
                <a:ea typeface="Arial"/>
                <a:cs typeface="Arial"/>
              </a:defRPr>
            </a:lvl9pPr>
          </a:lstStyle>
          <a:p>
            <a:pPr algn="l">
              <a:defRPr sz="2700" b="0">
                <a:solidFill>
                  <a:srgbClr val="53606A"/>
                </a:solidFill>
                <a:latin typeface="Arial"/>
                <a:ea typeface="Arial"/>
                <a:cs typeface="Arial"/>
              </a:defRPr>
            </a:pPr>
            <a:r>
              <a:rPr sz="2700" b="0" dirty="0">
                <a:solidFill>
                  <a:srgbClr val="53606A"/>
                </a:solidFill>
                <a:latin typeface="Arial"/>
                <a:ea typeface="Arial"/>
                <a:cs typeface="Arial"/>
              </a:rPr>
              <a:t>Requirement review and clarification</a:t>
            </a:r>
          </a:p>
        </p:txBody>
      </p:sp>
      <p:sp>
        <p:nvSpPr>
          <p:cNvPr id="6" name="analysis-n0">
            <a:extLst>
              <a:ext uri="{FF2B5EF4-FFF2-40B4-BE49-F238E27FC236}">
                <a16:creationId xmlns:a16="http://schemas.microsoft.com/office/drawing/2014/main" id="{A5BC29A8-33AB-413B-97FB-1B7DA4EE53CB}"/>
              </a:ext>
            </a:extLst>
          </p:cNvPr>
          <p:cNvSpPr>
            <a:spLocks noGrp="1"/>
          </p:cNvSpPr>
          <p:nvPr/>
        </p:nvSpPr>
        <p:spPr>
          <a:xfrm>
            <a:off x="685800" y="2886075"/>
            <a:ext cx="619125" cy="438150"/>
          </a:xfrm>
          <a:prstGeom prst="rect">
            <a:avLst/>
          </a:prstGeom>
          <a:noFill/>
          <a:ln w="0">
            <a:noFill/>
          </a:ln>
        </p:spPr>
        <p:txBody>
          <a:bodyPr wrap="none" lIns="0" tIns="0" rIns="0" bIns="0" anchor="t">
            <a:noAutofit/>
          </a:bodyPr>
          <a:lstStyle>
            <a:defPPr algn="l">
              <a:defRPr sz="2250" b="1">
                <a:solidFill>
                  <a:srgbClr val="D5001C"/>
                </a:solidFill>
                <a:latin typeface="Arial"/>
                <a:ea typeface="Arial"/>
                <a:cs typeface="Arial"/>
              </a:defRPr>
            </a:defPPr>
            <a:lvl1pPr algn="l">
              <a:defRPr sz="2250" b="1">
                <a:solidFill>
                  <a:srgbClr val="D5001C"/>
                </a:solidFill>
                <a:latin typeface="Arial"/>
                <a:ea typeface="Arial"/>
                <a:cs typeface="Arial"/>
              </a:defRPr>
            </a:lvl1pPr>
            <a:lvl2pPr algn="l">
              <a:defRPr sz="2250" b="1">
                <a:solidFill>
                  <a:srgbClr val="D5001C"/>
                </a:solidFill>
                <a:latin typeface="Arial"/>
                <a:ea typeface="Arial"/>
                <a:cs typeface="Arial"/>
              </a:defRPr>
            </a:lvl2pPr>
            <a:lvl3pPr algn="l">
              <a:defRPr sz="2250" b="1">
                <a:solidFill>
                  <a:srgbClr val="D5001C"/>
                </a:solidFill>
                <a:latin typeface="Arial"/>
                <a:ea typeface="Arial"/>
                <a:cs typeface="Arial"/>
              </a:defRPr>
            </a:lvl3pPr>
            <a:lvl4pPr algn="l">
              <a:defRPr sz="2250" b="1">
                <a:solidFill>
                  <a:srgbClr val="D5001C"/>
                </a:solidFill>
                <a:latin typeface="Arial"/>
                <a:ea typeface="Arial"/>
                <a:cs typeface="Arial"/>
              </a:defRPr>
            </a:lvl4pPr>
            <a:lvl5pPr algn="l">
              <a:defRPr sz="2250" b="1">
                <a:solidFill>
                  <a:srgbClr val="D5001C"/>
                </a:solidFill>
                <a:latin typeface="Arial"/>
                <a:ea typeface="Arial"/>
                <a:cs typeface="Arial"/>
              </a:defRPr>
            </a:lvl5pPr>
            <a:lvl6pPr algn="l">
              <a:defRPr sz="2250" b="1">
                <a:solidFill>
                  <a:srgbClr val="D5001C"/>
                </a:solidFill>
                <a:latin typeface="Arial"/>
                <a:ea typeface="Arial"/>
                <a:cs typeface="Arial"/>
              </a:defRPr>
            </a:lvl6pPr>
            <a:lvl7pPr algn="l">
              <a:defRPr sz="2250" b="1">
                <a:solidFill>
                  <a:srgbClr val="D5001C"/>
                </a:solidFill>
                <a:latin typeface="Arial"/>
                <a:ea typeface="Arial"/>
                <a:cs typeface="Arial"/>
              </a:defRPr>
            </a:lvl7pPr>
            <a:lvl8pPr algn="l">
              <a:defRPr sz="2250" b="1">
                <a:solidFill>
                  <a:srgbClr val="D5001C"/>
                </a:solidFill>
                <a:latin typeface="Arial"/>
                <a:ea typeface="Arial"/>
                <a:cs typeface="Arial"/>
              </a:defRPr>
            </a:lvl8pPr>
            <a:lvl9pPr algn="l">
              <a:defRPr sz="2250" b="1">
                <a:solidFill>
                  <a:srgbClr val="D5001C"/>
                </a:solidFill>
                <a:latin typeface="Arial"/>
                <a:ea typeface="Arial"/>
                <a:cs typeface="Arial"/>
              </a:defRPr>
            </a:lvl9pPr>
          </a:lstStyle>
          <a:p>
            <a:pPr algn="l">
              <a:defRPr sz="2250" b="1">
                <a:solidFill>
                  <a:srgbClr val="D5001C"/>
                </a:solidFill>
                <a:latin typeface="Arial"/>
                <a:ea typeface="Arial"/>
                <a:cs typeface="Arial"/>
              </a:defRPr>
            </a:pPr>
            <a:r>
              <a:rPr sz="2250" b="1">
                <a:solidFill>
                  <a:srgbClr val="D5001C"/>
                </a:solidFill>
                <a:latin typeface="Arial"/>
                <a:ea typeface="Arial"/>
                <a:cs typeface="Arial"/>
              </a:rPr>
              <a:t>01</a:t>
            </a:r>
          </a:p>
        </p:txBody>
      </p:sp>
      <p:sp>
        <p:nvSpPr>
          <p:cNvPr id="7" name="analysis-h0">
            <a:extLst>
              <a:ext uri="{FF2B5EF4-FFF2-40B4-BE49-F238E27FC236}">
                <a16:creationId xmlns:a16="http://schemas.microsoft.com/office/drawing/2014/main" id="{4BBE1332-E464-4A3B-937F-91A7B3FC98D6}"/>
              </a:ext>
            </a:extLst>
          </p:cNvPr>
          <p:cNvSpPr>
            <a:spLocks noGrp="1"/>
          </p:cNvSpPr>
          <p:nvPr/>
        </p:nvSpPr>
        <p:spPr>
          <a:xfrm>
            <a:off x="1581150" y="2886075"/>
            <a:ext cx="9334500" cy="409575"/>
          </a:xfrm>
          <a:prstGeom prst="rect">
            <a:avLst/>
          </a:prstGeom>
          <a:noFill/>
          <a:ln w="0">
            <a:noFill/>
          </a:ln>
        </p:spPr>
        <p:txBody>
          <a:bodyPr wrap="none" lIns="0" tIns="0" rIns="0" bIns="0" anchor="t">
            <a:noAutofit/>
          </a:bodyPr>
          <a:lstStyle>
            <a:defPPr algn="l">
              <a:defRPr sz="2325" b="1">
                <a:solidFill>
                  <a:srgbClr val="17232B"/>
                </a:solidFill>
                <a:latin typeface="Arial"/>
                <a:ea typeface="Arial"/>
                <a:cs typeface="Arial"/>
              </a:defRPr>
            </a:defPPr>
            <a:lvl1pPr algn="l">
              <a:defRPr sz="2325" b="1">
                <a:solidFill>
                  <a:srgbClr val="17232B"/>
                </a:solidFill>
                <a:latin typeface="Arial"/>
                <a:ea typeface="Arial"/>
                <a:cs typeface="Arial"/>
              </a:defRPr>
            </a:lvl1pPr>
            <a:lvl2pPr algn="l">
              <a:defRPr sz="2325" b="1">
                <a:solidFill>
                  <a:srgbClr val="17232B"/>
                </a:solidFill>
                <a:latin typeface="Arial"/>
                <a:ea typeface="Arial"/>
                <a:cs typeface="Arial"/>
              </a:defRPr>
            </a:lvl2pPr>
            <a:lvl3pPr algn="l">
              <a:defRPr sz="2325" b="1">
                <a:solidFill>
                  <a:srgbClr val="17232B"/>
                </a:solidFill>
                <a:latin typeface="Arial"/>
                <a:ea typeface="Arial"/>
                <a:cs typeface="Arial"/>
              </a:defRPr>
            </a:lvl3pPr>
            <a:lvl4pPr algn="l">
              <a:defRPr sz="2325" b="1">
                <a:solidFill>
                  <a:srgbClr val="17232B"/>
                </a:solidFill>
                <a:latin typeface="Arial"/>
                <a:ea typeface="Arial"/>
                <a:cs typeface="Arial"/>
              </a:defRPr>
            </a:lvl4pPr>
            <a:lvl5pPr algn="l">
              <a:defRPr sz="2325" b="1">
                <a:solidFill>
                  <a:srgbClr val="17232B"/>
                </a:solidFill>
                <a:latin typeface="Arial"/>
                <a:ea typeface="Arial"/>
                <a:cs typeface="Arial"/>
              </a:defRPr>
            </a:lvl5pPr>
            <a:lvl6pPr algn="l">
              <a:defRPr sz="2325" b="1">
                <a:solidFill>
                  <a:srgbClr val="17232B"/>
                </a:solidFill>
                <a:latin typeface="Arial"/>
                <a:ea typeface="Arial"/>
                <a:cs typeface="Arial"/>
              </a:defRPr>
            </a:lvl6pPr>
            <a:lvl7pPr algn="l">
              <a:defRPr sz="2325" b="1">
                <a:solidFill>
                  <a:srgbClr val="17232B"/>
                </a:solidFill>
                <a:latin typeface="Arial"/>
                <a:ea typeface="Arial"/>
                <a:cs typeface="Arial"/>
              </a:defRPr>
            </a:lvl7pPr>
            <a:lvl8pPr algn="l">
              <a:defRPr sz="2325" b="1">
                <a:solidFill>
                  <a:srgbClr val="17232B"/>
                </a:solidFill>
                <a:latin typeface="Arial"/>
                <a:ea typeface="Arial"/>
                <a:cs typeface="Arial"/>
              </a:defRPr>
            </a:lvl8pPr>
            <a:lvl9pPr algn="l">
              <a:defRPr sz="2325" b="1">
                <a:solidFill>
                  <a:srgbClr val="17232B"/>
                </a:solidFill>
                <a:latin typeface="Arial"/>
                <a:ea typeface="Arial"/>
                <a:cs typeface="Arial"/>
              </a:defRPr>
            </a:lvl9pPr>
          </a:lstStyle>
          <a:p>
            <a:pPr algn="l">
              <a:defRPr sz="2325" b="1">
                <a:solidFill>
                  <a:srgbClr val="17232B"/>
                </a:solidFill>
                <a:latin typeface="Arial"/>
                <a:ea typeface="Arial"/>
                <a:cs typeface="Arial"/>
              </a:defRPr>
            </a:pPr>
            <a:r>
              <a:rPr sz="2325" b="1">
                <a:solidFill>
                  <a:srgbClr val="17232B"/>
                </a:solidFill>
                <a:latin typeface="Arial"/>
                <a:ea typeface="Arial"/>
                <a:cs typeface="Arial"/>
              </a:rPr>
              <a:t>Frame definitions</a:t>
            </a:r>
          </a:p>
        </p:txBody>
      </p:sp>
      <p:sp>
        <p:nvSpPr>
          <p:cNvPr id="8" name="analysis-b0">
            <a:extLst>
              <a:ext uri="{FF2B5EF4-FFF2-40B4-BE49-F238E27FC236}">
                <a16:creationId xmlns:a16="http://schemas.microsoft.com/office/drawing/2014/main" id="{945072E4-9BF2-40A4-98EC-AC93273F560D}"/>
              </a:ext>
            </a:extLst>
          </p:cNvPr>
          <p:cNvSpPr>
            <a:spLocks noGrp="1"/>
          </p:cNvSpPr>
          <p:nvPr/>
        </p:nvSpPr>
        <p:spPr>
          <a:xfrm>
            <a:off x="1581150" y="3333750"/>
            <a:ext cx="9334500" cy="333375"/>
          </a:xfrm>
          <a:prstGeom prst="rect">
            <a:avLst/>
          </a:prstGeom>
          <a:noFill/>
          <a:ln w="0">
            <a:noFill/>
          </a:ln>
        </p:spPr>
        <p:txBody>
          <a:bodyPr wrap="none" lIns="0" tIns="0" rIns="0" bIns="0" anchor="t">
            <a:noAutofit/>
          </a:bodyPr>
          <a:lstStyle>
            <a:defPPr algn="l">
              <a:defRPr sz="1875" b="0">
                <a:solidFill>
                  <a:srgbClr val="53606A"/>
                </a:solidFill>
                <a:latin typeface="Arial"/>
                <a:ea typeface="Arial"/>
                <a:cs typeface="Arial"/>
              </a:defRPr>
            </a:defPPr>
            <a:lvl1pPr algn="l">
              <a:defRPr sz="1875" b="0">
                <a:solidFill>
                  <a:srgbClr val="53606A"/>
                </a:solidFill>
                <a:latin typeface="Arial"/>
                <a:ea typeface="Arial"/>
                <a:cs typeface="Arial"/>
              </a:defRPr>
            </a:lvl1pPr>
            <a:lvl2pPr algn="l">
              <a:defRPr sz="1875" b="0">
                <a:solidFill>
                  <a:srgbClr val="53606A"/>
                </a:solidFill>
                <a:latin typeface="Arial"/>
                <a:ea typeface="Arial"/>
                <a:cs typeface="Arial"/>
              </a:defRPr>
            </a:lvl2pPr>
            <a:lvl3pPr algn="l">
              <a:defRPr sz="1875" b="0">
                <a:solidFill>
                  <a:srgbClr val="53606A"/>
                </a:solidFill>
                <a:latin typeface="Arial"/>
                <a:ea typeface="Arial"/>
                <a:cs typeface="Arial"/>
              </a:defRPr>
            </a:lvl3pPr>
            <a:lvl4pPr algn="l">
              <a:defRPr sz="1875" b="0">
                <a:solidFill>
                  <a:srgbClr val="53606A"/>
                </a:solidFill>
                <a:latin typeface="Arial"/>
                <a:ea typeface="Arial"/>
                <a:cs typeface="Arial"/>
              </a:defRPr>
            </a:lvl4pPr>
            <a:lvl5pPr algn="l">
              <a:defRPr sz="1875" b="0">
                <a:solidFill>
                  <a:srgbClr val="53606A"/>
                </a:solidFill>
                <a:latin typeface="Arial"/>
                <a:ea typeface="Arial"/>
                <a:cs typeface="Arial"/>
              </a:defRPr>
            </a:lvl5pPr>
            <a:lvl6pPr algn="l">
              <a:defRPr sz="1875" b="0">
                <a:solidFill>
                  <a:srgbClr val="53606A"/>
                </a:solidFill>
                <a:latin typeface="Arial"/>
                <a:ea typeface="Arial"/>
                <a:cs typeface="Arial"/>
              </a:defRPr>
            </a:lvl6pPr>
            <a:lvl7pPr algn="l">
              <a:defRPr sz="1875" b="0">
                <a:solidFill>
                  <a:srgbClr val="53606A"/>
                </a:solidFill>
                <a:latin typeface="Arial"/>
                <a:ea typeface="Arial"/>
                <a:cs typeface="Arial"/>
              </a:defRPr>
            </a:lvl7pPr>
            <a:lvl8pPr algn="l">
              <a:defRPr sz="1875" b="0">
                <a:solidFill>
                  <a:srgbClr val="53606A"/>
                </a:solidFill>
                <a:latin typeface="Arial"/>
                <a:ea typeface="Arial"/>
                <a:cs typeface="Arial"/>
              </a:defRPr>
            </a:lvl8pPr>
            <a:lvl9pPr algn="l">
              <a:defRPr sz="1875" b="0">
                <a:solidFill>
                  <a:srgbClr val="53606A"/>
                </a:solidFill>
                <a:latin typeface="Arial"/>
                <a:ea typeface="Arial"/>
                <a:cs typeface="Arial"/>
              </a:defRPr>
            </a:lvl9pPr>
          </a:lstStyle>
          <a:p>
            <a:pPr algn="l">
              <a:defRPr sz="1875" b="0">
                <a:solidFill>
                  <a:srgbClr val="53606A"/>
                </a:solidFill>
                <a:latin typeface="Arial"/>
                <a:ea typeface="Arial"/>
                <a:cs typeface="Arial"/>
              </a:defRPr>
            </a:pPr>
            <a:r>
              <a:rPr sz="1875" b="0">
                <a:solidFill>
                  <a:srgbClr val="53606A"/>
                </a:solidFill>
                <a:latin typeface="Arial"/>
                <a:ea typeface="Arial"/>
                <a:cs typeface="Arial"/>
              </a:rPr>
              <a:t>CAN ID, DLC and signal layout</a:t>
            </a:r>
          </a:p>
        </p:txBody>
      </p:sp>
      <p:sp>
        <p:nvSpPr>
          <p:cNvPr id="9" name="analysis-n1">
            <a:extLst>
              <a:ext uri="{FF2B5EF4-FFF2-40B4-BE49-F238E27FC236}">
                <a16:creationId xmlns:a16="http://schemas.microsoft.com/office/drawing/2014/main" id="{B031F4BD-FBAC-43F9-8891-205856ABC7E6}"/>
              </a:ext>
            </a:extLst>
          </p:cNvPr>
          <p:cNvSpPr>
            <a:spLocks noGrp="1"/>
          </p:cNvSpPr>
          <p:nvPr/>
        </p:nvSpPr>
        <p:spPr>
          <a:xfrm>
            <a:off x="685800" y="3914775"/>
            <a:ext cx="619125" cy="438150"/>
          </a:xfrm>
          <a:prstGeom prst="rect">
            <a:avLst/>
          </a:prstGeom>
          <a:noFill/>
          <a:ln w="0">
            <a:noFill/>
          </a:ln>
        </p:spPr>
        <p:txBody>
          <a:bodyPr wrap="none" lIns="0" tIns="0" rIns="0" bIns="0" anchor="t">
            <a:noAutofit/>
          </a:bodyPr>
          <a:lstStyle>
            <a:defPPr algn="l">
              <a:defRPr sz="2250" b="1">
                <a:solidFill>
                  <a:srgbClr val="D5001C"/>
                </a:solidFill>
                <a:latin typeface="Arial"/>
                <a:ea typeface="Arial"/>
                <a:cs typeface="Arial"/>
              </a:defRPr>
            </a:defPPr>
            <a:lvl1pPr algn="l">
              <a:defRPr sz="2250" b="1">
                <a:solidFill>
                  <a:srgbClr val="D5001C"/>
                </a:solidFill>
                <a:latin typeface="Arial"/>
                <a:ea typeface="Arial"/>
                <a:cs typeface="Arial"/>
              </a:defRPr>
            </a:lvl1pPr>
            <a:lvl2pPr algn="l">
              <a:defRPr sz="2250" b="1">
                <a:solidFill>
                  <a:srgbClr val="D5001C"/>
                </a:solidFill>
                <a:latin typeface="Arial"/>
                <a:ea typeface="Arial"/>
                <a:cs typeface="Arial"/>
              </a:defRPr>
            </a:lvl2pPr>
            <a:lvl3pPr algn="l">
              <a:defRPr sz="2250" b="1">
                <a:solidFill>
                  <a:srgbClr val="D5001C"/>
                </a:solidFill>
                <a:latin typeface="Arial"/>
                <a:ea typeface="Arial"/>
                <a:cs typeface="Arial"/>
              </a:defRPr>
            </a:lvl3pPr>
            <a:lvl4pPr algn="l">
              <a:defRPr sz="2250" b="1">
                <a:solidFill>
                  <a:srgbClr val="D5001C"/>
                </a:solidFill>
                <a:latin typeface="Arial"/>
                <a:ea typeface="Arial"/>
                <a:cs typeface="Arial"/>
              </a:defRPr>
            </a:lvl4pPr>
            <a:lvl5pPr algn="l">
              <a:defRPr sz="2250" b="1">
                <a:solidFill>
                  <a:srgbClr val="D5001C"/>
                </a:solidFill>
                <a:latin typeface="Arial"/>
                <a:ea typeface="Arial"/>
                <a:cs typeface="Arial"/>
              </a:defRPr>
            </a:lvl5pPr>
            <a:lvl6pPr algn="l">
              <a:defRPr sz="2250" b="1">
                <a:solidFill>
                  <a:srgbClr val="D5001C"/>
                </a:solidFill>
                <a:latin typeface="Arial"/>
                <a:ea typeface="Arial"/>
                <a:cs typeface="Arial"/>
              </a:defRPr>
            </a:lvl6pPr>
            <a:lvl7pPr algn="l">
              <a:defRPr sz="2250" b="1">
                <a:solidFill>
                  <a:srgbClr val="D5001C"/>
                </a:solidFill>
                <a:latin typeface="Arial"/>
                <a:ea typeface="Arial"/>
                <a:cs typeface="Arial"/>
              </a:defRPr>
            </a:lvl7pPr>
            <a:lvl8pPr algn="l">
              <a:defRPr sz="2250" b="1">
                <a:solidFill>
                  <a:srgbClr val="D5001C"/>
                </a:solidFill>
                <a:latin typeface="Arial"/>
                <a:ea typeface="Arial"/>
                <a:cs typeface="Arial"/>
              </a:defRPr>
            </a:lvl8pPr>
            <a:lvl9pPr algn="l">
              <a:defRPr sz="2250" b="1">
                <a:solidFill>
                  <a:srgbClr val="D5001C"/>
                </a:solidFill>
                <a:latin typeface="Arial"/>
                <a:ea typeface="Arial"/>
                <a:cs typeface="Arial"/>
              </a:defRPr>
            </a:lvl9pPr>
          </a:lstStyle>
          <a:p>
            <a:pPr algn="l">
              <a:defRPr sz="2250" b="1">
                <a:solidFill>
                  <a:srgbClr val="D5001C"/>
                </a:solidFill>
                <a:latin typeface="Arial"/>
                <a:ea typeface="Arial"/>
                <a:cs typeface="Arial"/>
              </a:defRPr>
            </a:pPr>
            <a:r>
              <a:rPr sz="2250" b="1">
                <a:solidFill>
                  <a:srgbClr val="D5001C"/>
                </a:solidFill>
                <a:latin typeface="Arial"/>
                <a:ea typeface="Arial"/>
                <a:cs typeface="Arial"/>
              </a:rPr>
              <a:t>02</a:t>
            </a:r>
          </a:p>
        </p:txBody>
      </p:sp>
      <p:sp>
        <p:nvSpPr>
          <p:cNvPr id="10" name="analysis-h1">
            <a:extLst>
              <a:ext uri="{FF2B5EF4-FFF2-40B4-BE49-F238E27FC236}">
                <a16:creationId xmlns:a16="http://schemas.microsoft.com/office/drawing/2014/main" id="{94F080A4-82F3-48F2-A2DE-BB61E39F66A5}"/>
              </a:ext>
            </a:extLst>
          </p:cNvPr>
          <p:cNvSpPr>
            <a:spLocks noGrp="1"/>
          </p:cNvSpPr>
          <p:nvPr/>
        </p:nvSpPr>
        <p:spPr>
          <a:xfrm>
            <a:off x="1581150" y="3914775"/>
            <a:ext cx="9334500" cy="409575"/>
          </a:xfrm>
          <a:prstGeom prst="rect">
            <a:avLst/>
          </a:prstGeom>
          <a:noFill/>
          <a:ln w="0">
            <a:noFill/>
          </a:ln>
        </p:spPr>
        <p:txBody>
          <a:bodyPr wrap="none" lIns="0" tIns="0" rIns="0" bIns="0" anchor="t">
            <a:noAutofit/>
          </a:bodyPr>
          <a:lstStyle>
            <a:defPPr algn="l">
              <a:defRPr sz="2325" b="1">
                <a:solidFill>
                  <a:srgbClr val="17232B"/>
                </a:solidFill>
                <a:latin typeface="Arial"/>
                <a:ea typeface="Arial"/>
                <a:cs typeface="Arial"/>
              </a:defRPr>
            </a:defPPr>
            <a:lvl1pPr algn="l">
              <a:defRPr sz="2325" b="1">
                <a:solidFill>
                  <a:srgbClr val="17232B"/>
                </a:solidFill>
                <a:latin typeface="Arial"/>
                <a:ea typeface="Arial"/>
                <a:cs typeface="Arial"/>
              </a:defRPr>
            </a:lvl1pPr>
            <a:lvl2pPr algn="l">
              <a:defRPr sz="2325" b="1">
                <a:solidFill>
                  <a:srgbClr val="17232B"/>
                </a:solidFill>
                <a:latin typeface="Arial"/>
                <a:ea typeface="Arial"/>
                <a:cs typeface="Arial"/>
              </a:defRPr>
            </a:lvl2pPr>
            <a:lvl3pPr algn="l">
              <a:defRPr sz="2325" b="1">
                <a:solidFill>
                  <a:srgbClr val="17232B"/>
                </a:solidFill>
                <a:latin typeface="Arial"/>
                <a:ea typeface="Arial"/>
                <a:cs typeface="Arial"/>
              </a:defRPr>
            </a:lvl3pPr>
            <a:lvl4pPr algn="l">
              <a:defRPr sz="2325" b="1">
                <a:solidFill>
                  <a:srgbClr val="17232B"/>
                </a:solidFill>
                <a:latin typeface="Arial"/>
                <a:ea typeface="Arial"/>
                <a:cs typeface="Arial"/>
              </a:defRPr>
            </a:lvl4pPr>
            <a:lvl5pPr algn="l">
              <a:defRPr sz="2325" b="1">
                <a:solidFill>
                  <a:srgbClr val="17232B"/>
                </a:solidFill>
                <a:latin typeface="Arial"/>
                <a:ea typeface="Arial"/>
                <a:cs typeface="Arial"/>
              </a:defRPr>
            </a:lvl5pPr>
            <a:lvl6pPr algn="l">
              <a:defRPr sz="2325" b="1">
                <a:solidFill>
                  <a:srgbClr val="17232B"/>
                </a:solidFill>
                <a:latin typeface="Arial"/>
                <a:ea typeface="Arial"/>
                <a:cs typeface="Arial"/>
              </a:defRPr>
            </a:lvl6pPr>
            <a:lvl7pPr algn="l">
              <a:defRPr sz="2325" b="1">
                <a:solidFill>
                  <a:srgbClr val="17232B"/>
                </a:solidFill>
                <a:latin typeface="Arial"/>
                <a:ea typeface="Arial"/>
                <a:cs typeface="Arial"/>
              </a:defRPr>
            </a:lvl7pPr>
            <a:lvl8pPr algn="l">
              <a:defRPr sz="2325" b="1">
                <a:solidFill>
                  <a:srgbClr val="17232B"/>
                </a:solidFill>
                <a:latin typeface="Arial"/>
                <a:ea typeface="Arial"/>
                <a:cs typeface="Arial"/>
              </a:defRPr>
            </a:lvl8pPr>
            <a:lvl9pPr algn="l">
              <a:defRPr sz="2325" b="1">
                <a:solidFill>
                  <a:srgbClr val="17232B"/>
                </a:solidFill>
                <a:latin typeface="Arial"/>
                <a:ea typeface="Arial"/>
                <a:cs typeface="Arial"/>
              </a:defRPr>
            </a:lvl9pPr>
          </a:lstStyle>
          <a:p>
            <a:pPr algn="l">
              <a:defRPr sz="2325" b="1">
                <a:solidFill>
                  <a:srgbClr val="17232B"/>
                </a:solidFill>
                <a:latin typeface="Arial"/>
                <a:ea typeface="Arial"/>
                <a:cs typeface="Arial"/>
              </a:defRPr>
            </a:pPr>
            <a:r>
              <a:rPr sz="2325" b="1">
                <a:solidFill>
                  <a:srgbClr val="17232B"/>
                </a:solidFill>
                <a:latin typeface="Arial"/>
                <a:ea typeface="Arial"/>
                <a:cs typeface="Arial"/>
              </a:rPr>
              <a:t>Timing and trigger</a:t>
            </a:r>
          </a:p>
        </p:txBody>
      </p:sp>
      <p:sp>
        <p:nvSpPr>
          <p:cNvPr id="11" name="analysis-b1">
            <a:extLst>
              <a:ext uri="{FF2B5EF4-FFF2-40B4-BE49-F238E27FC236}">
                <a16:creationId xmlns:a16="http://schemas.microsoft.com/office/drawing/2014/main" id="{216E771E-A42D-48E7-97A4-0941041FEA90}"/>
              </a:ext>
            </a:extLst>
          </p:cNvPr>
          <p:cNvSpPr>
            <a:spLocks noGrp="1"/>
          </p:cNvSpPr>
          <p:nvPr/>
        </p:nvSpPr>
        <p:spPr>
          <a:xfrm>
            <a:off x="1581150" y="4362450"/>
            <a:ext cx="9334500" cy="333375"/>
          </a:xfrm>
          <a:prstGeom prst="rect">
            <a:avLst/>
          </a:prstGeom>
          <a:noFill/>
          <a:ln w="0">
            <a:noFill/>
          </a:ln>
        </p:spPr>
        <p:txBody>
          <a:bodyPr wrap="none" lIns="0" tIns="0" rIns="0" bIns="0" anchor="t">
            <a:noAutofit/>
          </a:bodyPr>
          <a:lstStyle>
            <a:defPPr algn="l">
              <a:defRPr sz="1875" b="0">
                <a:solidFill>
                  <a:srgbClr val="53606A"/>
                </a:solidFill>
                <a:latin typeface="Arial"/>
                <a:ea typeface="Arial"/>
                <a:cs typeface="Arial"/>
              </a:defRPr>
            </a:defPPr>
            <a:lvl1pPr algn="l">
              <a:defRPr sz="1875" b="0">
                <a:solidFill>
                  <a:srgbClr val="53606A"/>
                </a:solidFill>
                <a:latin typeface="Arial"/>
                <a:ea typeface="Arial"/>
                <a:cs typeface="Arial"/>
              </a:defRPr>
            </a:lvl1pPr>
            <a:lvl2pPr algn="l">
              <a:defRPr sz="1875" b="0">
                <a:solidFill>
                  <a:srgbClr val="53606A"/>
                </a:solidFill>
                <a:latin typeface="Arial"/>
                <a:ea typeface="Arial"/>
                <a:cs typeface="Arial"/>
              </a:defRPr>
            </a:lvl2pPr>
            <a:lvl3pPr algn="l">
              <a:defRPr sz="1875" b="0">
                <a:solidFill>
                  <a:srgbClr val="53606A"/>
                </a:solidFill>
                <a:latin typeface="Arial"/>
                <a:ea typeface="Arial"/>
                <a:cs typeface="Arial"/>
              </a:defRPr>
            </a:lvl3pPr>
            <a:lvl4pPr algn="l">
              <a:defRPr sz="1875" b="0">
                <a:solidFill>
                  <a:srgbClr val="53606A"/>
                </a:solidFill>
                <a:latin typeface="Arial"/>
                <a:ea typeface="Arial"/>
                <a:cs typeface="Arial"/>
              </a:defRPr>
            </a:lvl4pPr>
            <a:lvl5pPr algn="l">
              <a:defRPr sz="1875" b="0">
                <a:solidFill>
                  <a:srgbClr val="53606A"/>
                </a:solidFill>
                <a:latin typeface="Arial"/>
                <a:ea typeface="Arial"/>
                <a:cs typeface="Arial"/>
              </a:defRPr>
            </a:lvl5pPr>
            <a:lvl6pPr algn="l">
              <a:defRPr sz="1875" b="0">
                <a:solidFill>
                  <a:srgbClr val="53606A"/>
                </a:solidFill>
                <a:latin typeface="Arial"/>
                <a:ea typeface="Arial"/>
                <a:cs typeface="Arial"/>
              </a:defRPr>
            </a:lvl6pPr>
            <a:lvl7pPr algn="l">
              <a:defRPr sz="1875" b="0">
                <a:solidFill>
                  <a:srgbClr val="53606A"/>
                </a:solidFill>
                <a:latin typeface="Arial"/>
                <a:ea typeface="Arial"/>
                <a:cs typeface="Arial"/>
              </a:defRPr>
            </a:lvl7pPr>
            <a:lvl8pPr algn="l">
              <a:defRPr sz="1875" b="0">
                <a:solidFill>
                  <a:srgbClr val="53606A"/>
                </a:solidFill>
                <a:latin typeface="Arial"/>
                <a:ea typeface="Arial"/>
                <a:cs typeface="Arial"/>
              </a:defRPr>
            </a:lvl8pPr>
            <a:lvl9pPr algn="l">
              <a:defRPr sz="1875" b="0">
                <a:solidFill>
                  <a:srgbClr val="53606A"/>
                </a:solidFill>
                <a:latin typeface="Arial"/>
                <a:ea typeface="Arial"/>
                <a:cs typeface="Arial"/>
              </a:defRPr>
            </a:lvl9pPr>
          </a:lstStyle>
          <a:p>
            <a:pPr algn="l">
              <a:defRPr sz="1875" b="0">
                <a:solidFill>
                  <a:srgbClr val="53606A"/>
                </a:solidFill>
                <a:latin typeface="Arial"/>
                <a:ea typeface="Arial"/>
                <a:cs typeface="Arial"/>
              </a:defRPr>
            </a:pPr>
            <a:r>
              <a:rPr sz="1875" b="0">
                <a:solidFill>
                  <a:srgbClr val="53606A"/>
                </a:solidFill>
                <a:latin typeface="Arial"/>
                <a:ea typeface="Arial"/>
                <a:cs typeface="Arial"/>
              </a:rPr>
              <a:t>20 ms cycle and KeyLearn response conditions</a:t>
            </a:r>
          </a:p>
        </p:txBody>
      </p:sp>
      <p:sp>
        <p:nvSpPr>
          <p:cNvPr id="12" name="analysis-n2">
            <a:extLst>
              <a:ext uri="{FF2B5EF4-FFF2-40B4-BE49-F238E27FC236}">
                <a16:creationId xmlns:a16="http://schemas.microsoft.com/office/drawing/2014/main" id="{5C6DC364-4557-43D3-83A6-6EAFA6F9BEB4}"/>
              </a:ext>
            </a:extLst>
          </p:cNvPr>
          <p:cNvSpPr>
            <a:spLocks noGrp="1"/>
          </p:cNvSpPr>
          <p:nvPr/>
        </p:nvSpPr>
        <p:spPr>
          <a:xfrm>
            <a:off x="685800" y="4943475"/>
            <a:ext cx="619125" cy="438150"/>
          </a:xfrm>
          <a:prstGeom prst="rect">
            <a:avLst/>
          </a:prstGeom>
          <a:noFill/>
          <a:ln w="0">
            <a:noFill/>
          </a:ln>
        </p:spPr>
        <p:txBody>
          <a:bodyPr wrap="none" lIns="0" tIns="0" rIns="0" bIns="0" anchor="t">
            <a:noAutofit/>
          </a:bodyPr>
          <a:lstStyle>
            <a:defPPr algn="l">
              <a:defRPr sz="2250" b="1">
                <a:solidFill>
                  <a:srgbClr val="D5001C"/>
                </a:solidFill>
                <a:latin typeface="Arial"/>
                <a:ea typeface="Arial"/>
                <a:cs typeface="Arial"/>
              </a:defRPr>
            </a:defPPr>
            <a:lvl1pPr algn="l">
              <a:defRPr sz="2250" b="1">
                <a:solidFill>
                  <a:srgbClr val="D5001C"/>
                </a:solidFill>
                <a:latin typeface="Arial"/>
                <a:ea typeface="Arial"/>
                <a:cs typeface="Arial"/>
              </a:defRPr>
            </a:lvl1pPr>
            <a:lvl2pPr algn="l">
              <a:defRPr sz="2250" b="1">
                <a:solidFill>
                  <a:srgbClr val="D5001C"/>
                </a:solidFill>
                <a:latin typeface="Arial"/>
                <a:ea typeface="Arial"/>
                <a:cs typeface="Arial"/>
              </a:defRPr>
            </a:lvl2pPr>
            <a:lvl3pPr algn="l">
              <a:defRPr sz="2250" b="1">
                <a:solidFill>
                  <a:srgbClr val="D5001C"/>
                </a:solidFill>
                <a:latin typeface="Arial"/>
                <a:ea typeface="Arial"/>
                <a:cs typeface="Arial"/>
              </a:defRPr>
            </a:lvl3pPr>
            <a:lvl4pPr algn="l">
              <a:defRPr sz="2250" b="1">
                <a:solidFill>
                  <a:srgbClr val="D5001C"/>
                </a:solidFill>
                <a:latin typeface="Arial"/>
                <a:ea typeface="Arial"/>
                <a:cs typeface="Arial"/>
              </a:defRPr>
            </a:lvl4pPr>
            <a:lvl5pPr algn="l">
              <a:defRPr sz="2250" b="1">
                <a:solidFill>
                  <a:srgbClr val="D5001C"/>
                </a:solidFill>
                <a:latin typeface="Arial"/>
                <a:ea typeface="Arial"/>
                <a:cs typeface="Arial"/>
              </a:defRPr>
            </a:lvl5pPr>
            <a:lvl6pPr algn="l">
              <a:defRPr sz="2250" b="1">
                <a:solidFill>
                  <a:srgbClr val="D5001C"/>
                </a:solidFill>
                <a:latin typeface="Arial"/>
                <a:ea typeface="Arial"/>
                <a:cs typeface="Arial"/>
              </a:defRPr>
            </a:lvl6pPr>
            <a:lvl7pPr algn="l">
              <a:defRPr sz="2250" b="1">
                <a:solidFill>
                  <a:srgbClr val="D5001C"/>
                </a:solidFill>
                <a:latin typeface="Arial"/>
                <a:ea typeface="Arial"/>
                <a:cs typeface="Arial"/>
              </a:defRPr>
            </a:lvl7pPr>
            <a:lvl8pPr algn="l">
              <a:defRPr sz="2250" b="1">
                <a:solidFill>
                  <a:srgbClr val="D5001C"/>
                </a:solidFill>
                <a:latin typeface="Arial"/>
                <a:ea typeface="Arial"/>
                <a:cs typeface="Arial"/>
              </a:defRPr>
            </a:lvl8pPr>
            <a:lvl9pPr algn="l">
              <a:defRPr sz="2250" b="1">
                <a:solidFill>
                  <a:srgbClr val="D5001C"/>
                </a:solidFill>
                <a:latin typeface="Arial"/>
                <a:ea typeface="Arial"/>
                <a:cs typeface="Arial"/>
              </a:defRPr>
            </a:lvl9pPr>
          </a:lstStyle>
          <a:p>
            <a:pPr algn="l">
              <a:defRPr sz="2250" b="1">
                <a:solidFill>
                  <a:srgbClr val="D5001C"/>
                </a:solidFill>
                <a:latin typeface="Arial"/>
                <a:ea typeface="Arial"/>
                <a:cs typeface="Arial"/>
              </a:defRPr>
            </a:pPr>
            <a:r>
              <a:rPr sz="2250" b="1">
                <a:solidFill>
                  <a:srgbClr val="D5001C"/>
                </a:solidFill>
                <a:latin typeface="Arial"/>
                <a:ea typeface="Arial"/>
                <a:cs typeface="Arial"/>
              </a:rPr>
              <a:t>03</a:t>
            </a:r>
          </a:p>
        </p:txBody>
      </p:sp>
      <p:sp>
        <p:nvSpPr>
          <p:cNvPr id="13" name="analysis-h2">
            <a:extLst>
              <a:ext uri="{FF2B5EF4-FFF2-40B4-BE49-F238E27FC236}">
                <a16:creationId xmlns:a16="http://schemas.microsoft.com/office/drawing/2014/main" id="{21093D6B-E5DD-436C-A14F-B895CBA310B1}"/>
              </a:ext>
            </a:extLst>
          </p:cNvPr>
          <p:cNvSpPr>
            <a:spLocks noGrp="1"/>
          </p:cNvSpPr>
          <p:nvPr/>
        </p:nvSpPr>
        <p:spPr>
          <a:xfrm>
            <a:off x="1581150" y="4943475"/>
            <a:ext cx="9334500" cy="409575"/>
          </a:xfrm>
          <a:prstGeom prst="rect">
            <a:avLst/>
          </a:prstGeom>
          <a:noFill/>
          <a:ln w="0">
            <a:noFill/>
          </a:ln>
        </p:spPr>
        <p:txBody>
          <a:bodyPr wrap="none" lIns="0" tIns="0" rIns="0" bIns="0" anchor="t">
            <a:noAutofit/>
          </a:bodyPr>
          <a:lstStyle>
            <a:defPPr algn="l">
              <a:defRPr sz="2325" b="1">
                <a:solidFill>
                  <a:srgbClr val="17232B"/>
                </a:solidFill>
                <a:latin typeface="Arial"/>
                <a:ea typeface="Arial"/>
                <a:cs typeface="Arial"/>
              </a:defRPr>
            </a:defPPr>
            <a:lvl1pPr algn="l">
              <a:defRPr sz="2325" b="1">
                <a:solidFill>
                  <a:srgbClr val="17232B"/>
                </a:solidFill>
                <a:latin typeface="Arial"/>
                <a:ea typeface="Arial"/>
                <a:cs typeface="Arial"/>
              </a:defRPr>
            </a:lvl1pPr>
            <a:lvl2pPr algn="l">
              <a:defRPr sz="2325" b="1">
                <a:solidFill>
                  <a:srgbClr val="17232B"/>
                </a:solidFill>
                <a:latin typeface="Arial"/>
                <a:ea typeface="Arial"/>
                <a:cs typeface="Arial"/>
              </a:defRPr>
            </a:lvl2pPr>
            <a:lvl3pPr algn="l">
              <a:defRPr sz="2325" b="1">
                <a:solidFill>
                  <a:srgbClr val="17232B"/>
                </a:solidFill>
                <a:latin typeface="Arial"/>
                <a:ea typeface="Arial"/>
                <a:cs typeface="Arial"/>
              </a:defRPr>
            </a:lvl3pPr>
            <a:lvl4pPr algn="l">
              <a:defRPr sz="2325" b="1">
                <a:solidFill>
                  <a:srgbClr val="17232B"/>
                </a:solidFill>
                <a:latin typeface="Arial"/>
                <a:ea typeface="Arial"/>
                <a:cs typeface="Arial"/>
              </a:defRPr>
            </a:lvl4pPr>
            <a:lvl5pPr algn="l">
              <a:defRPr sz="2325" b="1">
                <a:solidFill>
                  <a:srgbClr val="17232B"/>
                </a:solidFill>
                <a:latin typeface="Arial"/>
                <a:ea typeface="Arial"/>
                <a:cs typeface="Arial"/>
              </a:defRPr>
            </a:lvl5pPr>
            <a:lvl6pPr algn="l">
              <a:defRPr sz="2325" b="1">
                <a:solidFill>
                  <a:srgbClr val="17232B"/>
                </a:solidFill>
                <a:latin typeface="Arial"/>
                <a:ea typeface="Arial"/>
                <a:cs typeface="Arial"/>
              </a:defRPr>
            </a:lvl6pPr>
            <a:lvl7pPr algn="l">
              <a:defRPr sz="2325" b="1">
                <a:solidFill>
                  <a:srgbClr val="17232B"/>
                </a:solidFill>
                <a:latin typeface="Arial"/>
                <a:ea typeface="Arial"/>
                <a:cs typeface="Arial"/>
              </a:defRPr>
            </a:lvl7pPr>
            <a:lvl8pPr algn="l">
              <a:defRPr sz="2325" b="1">
                <a:solidFill>
                  <a:srgbClr val="17232B"/>
                </a:solidFill>
                <a:latin typeface="Arial"/>
                <a:ea typeface="Arial"/>
                <a:cs typeface="Arial"/>
              </a:defRPr>
            </a:lvl8pPr>
            <a:lvl9pPr algn="l">
              <a:defRPr sz="2325" b="1">
                <a:solidFill>
                  <a:srgbClr val="17232B"/>
                </a:solidFill>
                <a:latin typeface="Arial"/>
                <a:ea typeface="Arial"/>
                <a:cs typeface="Arial"/>
              </a:defRPr>
            </a:lvl9pPr>
          </a:lstStyle>
          <a:p>
            <a:pPr algn="l">
              <a:defRPr sz="2325" b="1">
                <a:solidFill>
                  <a:srgbClr val="17232B"/>
                </a:solidFill>
                <a:latin typeface="Arial"/>
                <a:ea typeface="Arial"/>
                <a:cs typeface="Arial"/>
              </a:defRPr>
            </a:pPr>
            <a:r>
              <a:rPr sz="2325" b="1">
                <a:solidFill>
                  <a:srgbClr val="17232B"/>
                </a:solidFill>
                <a:latin typeface="Arial"/>
                <a:ea typeface="Arial"/>
                <a:cs typeface="Arial"/>
              </a:rPr>
              <a:t>Acceptance criteria</a:t>
            </a:r>
          </a:p>
        </p:txBody>
      </p:sp>
      <p:sp>
        <p:nvSpPr>
          <p:cNvPr id="14" name="analysis-b2">
            <a:extLst>
              <a:ext uri="{FF2B5EF4-FFF2-40B4-BE49-F238E27FC236}">
                <a16:creationId xmlns:a16="http://schemas.microsoft.com/office/drawing/2014/main" id="{3F23D4C9-C864-47FF-84D3-5F2C12EF06B4}"/>
              </a:ext>
            </a:extLst>
          </p:cNvPr>
          <p:cNvSpPr>
            <a:spLocks noGrp="1"/>
          </p:cNvSpPr>
          <p:nvPr/>
        </p:nvSpPr>
        <p:spPr>
          <a:xfrm>
            <a:off x="1581150" y="5391150"/>
            <a:ext cx="9334500" cy="333375"/>
          </a:xfrm>
          <a:prstGeom prst="rect">
            <a:avLst/>
          </a:prstGeom>
          <a:noFill/>
          <a:ln w="0">
            <a:noFill/>
          </a:ln>
        </p:spPr>
        <p:txBody>
          <a:bodyPr wrap="none" lIns="0" tIns="0" rIns="0" bIns="0" anchor="t">
            <a:noAutofit/>
          </a:bodyPr>
          <a:lstStyle>
            <a:defPPr algn="l">
              <a:defRPr sz="1875" b="0">
                <a:solidFill>
                  <a:srgbClr val="53606A"/>
                </a:solidFill>
                <a:latin typeface="Arial"/>
                <a:ea typeface="Arial"/>
                <a:cs typeface="Arial"/>
              </a:defRPr>
            </a:defPPr>
            <a:lvl1pPr algn="l">
              <a:defRPr sz="1875" b="0">
                <a:solidFill>
                  <a:srgbClr val="53606A"/>
                </a:solidFill>
                <a:latin typeface="Arial"/>
                <a:ea typeface="Arial"/>
                <a:cs typeface="Arial"/>
              </a:defRPr>
            </a:lvl1pPr>
            <a:lvl2pPr algn="l">
              <a:defRPr sz="1875" b="0">
                <a:solidFill>
                  <a:srgbClr val="53606A"/>
                </a:solidFill>
                <a:latin typeface="Arial"/>
                <a:ea typeface="Arial"/>
                <a:cs typeface="Arial"/>
              </a:defRPr>
            </a:lvl2pPr>
            <a:lvl3pPr algn="l">
              <a:defRPr sz="1875" b="0">
                <a:solidFill>
                  <a:srgbClr val="53606A"/>
                </a:solidFill>
                <a:latin typeface="Arial"/>
                <a:ea typeface="Arial"/>
                <a:cs typeface="Arial"/>
              </a:defRPr>
            </a:lvl3pPr>
            <a:lvl4pPr algn="l">
              <a:defRPr sz="1875" b="0">
                <a:solidFill>
                  <a:srgbClr val="53606A"/>
                </a:solidFill>
                <a:latin typeface="Arial"/>
                <a:ea typeface="Arial"/>
                <a:cs typeface="Arial"/>
              </a:defRPr>
            </a:lvl4pPr>
            <a:lvl5pPr algn="l">
              <a:defRPr sz="1875" b="0">
                <a:solidFill>
                  <a:srgbClr val="53606A"/>
                </a:solidFill>
                <a:latin typeface="Arial"/>
                <a:ea typeface="Arial"/>
                <a:cs typeface="Arial"/>
              </a:defRPr>
            </a:lvl5pPr>
            <a:lvl6pPr algn="l">
              <a:defRPr sz="1875" b="0">
                <a:solidFill>
                  <a:srgbClr val="53606A"/>
                </a:solidFill>
                <a:latin typeface="Arial"/>
                <a:ea typeface="Arial"/>
                <a:cs typeface="Arial"/>
              </a:defRPr>
            </a:lvl6pPr>
            <a:lvl7pPr algn="l">
              <a:defRPr sz="1875" b="0">
                <a:solidFill>
                  <a:srgbClr val="53606A"/>
                </a:solidFill>
                <a:latin typeface="Arial"/>
                <a:ea typeface="Arial"/>
                <a:cs typeface="Arial"/>
              </a:defRPr>
            </a:lvl7pPr>
            <a:lvl8pPr algn="l">
              <a:defRPr sz="1875" b="0">
                <a:solidFill>
                  <a:srgbClr val="53606A"/>
                </a:solidFill>
                <a:latin typeface="Arial"/>
                <a:ea typeface="Arial"/>
                <a:cs typeface="Arial"/>
              </a:defRPr>
            </a:lvl8pPr>
            <a:lvl9pPr algn="l">
              <a:defRPr sz="1875" b="0">
                <a:solidFill>
                  <a:srgbClr val="53606A"/>
                </a:solidFill>
                <a:latin typeface="Arial"/>
                <a:ea typeface="Arial"/>
                <a:cs typeface="Arial"/>
              </a:defRPr>
            </a:lvl9pPr>
          </a:lstStyle>
          <a:p>
            <a:pPr algn="l">
              <a:defRPr sz="1875" b="0">
                <a:solidFill>
                  <a:srgbClr val="53606A"/>
                </a:solidFill>
                <a:latin typeface="Arial"/>
                <a:ea typeface="Arial"/>
                <a:cs typeface="Arial"/>
              </a:defRPr>
            </a:pPr>
            <a:r>
              <a:rPr sz="1875" b="0">
                <a:solidFill>
                  <a:srgbClr val="53606A"/>
                </a:solidFill>
                <a:latin typeface="Arial"/>
                <a:ea typeface="Arial"/>
                <a:cs typeface="Arial"/>
              </a:rPr>
              <a:t>Expected payload and observable behavior</a:t>
            </a:r>
          </a:p>
        </p:txBody>
      </p:sp>
    </p:spTree>
    <p:extLst>
      <p:ext uri="{BB962C8B-B14F-4D97-AF65-F5344CB8AC3E}">
        <p14:creationId xmlns:p14="http://schemas.microsoft.com/office/powerpoint/2010/main" val="1785108861"/>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childTnLst>
                          </p:cTn>
                        </p:par>
                        <p:par>
                          <p:cTn id="8" fill="hold">
                            <p:stCondLst>
                              <p:cond delay="0"/>
                            </p:stCondLst>
                            <p:childTnLst>
                              <p:par>
                                <p:cTn id="9" presetID="10"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20"/>
                                        <p:tgtEl>
                                          <p:spTgt spid="7"/>
                                        </p:tgtEl>
                                      </p:cBhvr>
                                    </p:animEffect>
                                  </p:childTnLst>
                                </p:cTn>
                              </p:par>
                            </p:childTnLst>
                          </p:cTn>
                        </p:par>
                        <p:par>
                          <p:cTn id="12" fill="hold">
                            <p:stCondLst>
                              <p:cond delay="0"/>
                            </p:stCondLst>
                            <p:childTnLst>
                              <p:par>
                                <p:cTn id="13" presetID="10"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42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20"/>
                                        <p:tgtEl>
                                          <p:spTgt spid="9"/>
                                        </p:tgtEl>
                                      </p:cBhvr>
                                    </p:animEffect>
                                  </p:childTnLst>
                                </p:cTn>
                              </p:par>
                            </p:childTnLst>
                          </p:cTn>
                        </p:par>
                        <p:par>
                          <p:cTn id="21" fill="hold">
                            <p:stCondLst>
                              <p:cond delay="0"/>
                            </p:stCondLst>
                            <p:childTnLst>
                              <p:par>
                                <p:cTn id="22" presetID="10" presetClass="entr" presetSubtype="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20"/>
                                        <p:tgtEl>
                                          <p:spTgt spid="10"/>
                                        </p:tgtEl>
                                      </p:cBhvr>
                                    </p:animEffect>
                                  </p:childTnLst>
                                </p:cTn>
                              </p:par>
                            </p:childTnLst>
                          </p:cTn>
                        </p:par>
                        <p:par>
                          <p:cTn id="25" fill="hold">
                            <p:stCondLst>
                              <p:cond delay="0"/>
                            </p:stCondLst>
                            <p:childTnLst>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2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420"/>
                                        <p:tgtEl>
                                          <p:spTgt spid="12"/>
                                        </p:tgtEl>
                                      </p:cBhvr>
                                    </p:animEffect>
                                  </p:childTnLst>
                                </p:cTn>
                              </p:par>
                            </p:childTnLst>
                          </p:cTn>
                        </p:par>
                        <p:par>
                          <p:cTn id="34" fill="hold">
                            <p:stCondLst>
                              <p:cond delay="0"/>
                            </p:stCondLst>
                            <p:childTnLst>
                              <p:par>
                                <p:cTn id="35" presetID="10" presetClass="entr" presetSubtype="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420"/>
                                        <p:tgtEl>
                                          <p:spTgt spid="13"/>
                                        </p:tgtEl>
                                      </p:cBhvr>
                                    </p:animEffect>
                                  </p:childTnLst>
                                </p:cTn>
                              </p:par>
                            </p:childTnLst>
                          </p:cTn>
                        </p:par>
                        <p:par>
                          <p:cTn id="38" fill="hold">
                            <p:stCondLst>
                              <p:cond delay="0"/>
                            </p:stCondLst>
                            <p:childTnLst>
                              <p:par>
                                <p:cTn id="39" presetID="10" presetClass="entr" presetSubtype="0" fill="hold"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42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hase">
            <a:extLst>
              <a:ext uri="{FF2B5EF4-FFF2-40B4-BE49-F238E27FC236}">
                <a16:creationId xmlns:a16="http://schemas.microsoft.com/office/drawing/2014/main" id="{C50C600B-F90C-4656-8D9B-16336F073532}"/>
              </a:ext>
            </a:extLst>
          </p:cNvPr>
          <p:cNvSpPr>
            <a:spLocks noGrp="1"/>
          </p:cNvSpPr>
          <p:nvPr/>
        </p:nvSpPr>
        <p:spPr>
          <a:xfrm>
            <a:off x="685800" y="438150"/>
            <a:ext cx="10001250" cy="247650"/>
          </a:xfrm>
          <a:prstGeom prst="rect">
            <a:avLst/>
          </a:prstGeom>
          <a:noFill/>
          <a:ln w="0">
            <a:noFill/>
          </a:ln>
        </p:spPr>
        <p:txBody>
          <a:bodyPr wrap="none" lIns="0" tIns="0" rIns="0" bIns="0" anchor="t">
            <a:noAutofit/>
          </a:bodyPr>
          <a:lstStyle>
            <a:defPPr algn="l">
              <a:defRPr sz="1350" b="1">
                <a:solidFill>
                  <a:srgbClr val="D5001C"/>
                </a:solidFill>
                <a:latin typeface="Arial"/>
                <a:ea typeface="Arial"/>
                <a:cs typeface="Arial"/>
              </a:defRPr>
            </a:defPPr>
            <a:lvl1pPr algn="l">
              <a:defRPr sz="1350" b="1">
                <a:solidFill>
                  <a:srgbClr val="D5001C"/>
                </a:solidFill>
                <a:latin typeface="Arial"/>
                <a:ea typeface="Arial"/>
                <a:cs typeface="Arial"/>
              </a:defRPr>
            </a:lvl1pPr>
            <a:lvl2pPr algn="l">
              <a:defRPr sz="1350" b="1">
                <a:solidFill>
                  <a:srgbClr val="D5001C"/>
                </a:solidFill>
                <a:latin typeface="Arial"/>
                <a:ea typeface="Arial"/>
                <a:cs typeface="Arial"/>
              </a:defRPr>
            </a:lvl2pPr>
            <a:lvl3pPr algn="l">
              <a:defRPr sz="1350" b="1">
                <a:solidFill>
                  <a:srgbClr val="D5001C"/>
                </a:solidFill>
                <a:latin typeface="Arial"/>
                <a:ea typeface="Arial"/>
                <a:cs typeface="Arial"/>
              </a:defRPr>
            </a:lvl3pPr>
            <a:lvl4pPr algn="l">
              <a:defRPr sz="1350" b="1">
                <a:solidFill>
                  <a:srgbClr val="D5001C"/>
                </a:solidFill>
                <a:latin typeface="Arial"/>
                <a:ea typeface="Arial"/>
                <a:cs typeface="Arial"/>
              </a:defRPr>
            </a:lvl4pPr>
            <a:lvl5pPr algn="l">
              <a:defRPr sz="1350" b="1">
                <a:solidFill>
                  <a:srgbClr val="D5001C"/>
                </a:solidFill>
                <a:latin typeface="Arial"/>
                <a:ea typeface="Arial"/>
                <a:cs typeface="Arial"/>
              </a:defRPr>
            </a:lvl5pPr>
            <a:lvl6pPr algn="l">
              <a:defRPr sz="1350" b="1">
                <a:solidFill>
                  <a:srgbClr val="D5001C"/>
                </a:solidFill>
                <a:latin typeface="Arial"/>
                <a:ea typeface="Arial"/>
                <a:cs typeface="Arial"/>
              </a:defRPr>
            </a:lvl6pPr>
            <a:lvl7pPr algn="l">
              <a:defRPr sz="1350" b="1">
                <a:solidFill>
                  <a:srgbClr val="D5001C"/>
                </a:solidFill>
                <a:latin typeface="Arial"/>
                <a:ea typeface="Arial"/>
                <a:cs typeface="Arial"/>
              </a:defRPr>
            </a:lvl7pPr>
            <a:lvl8pPr algn="l">
              <a:defRPr sz="1350" b="1">
                <a:solidFill>
                  <a:srgbClr val="D5001C"/>
                </a:solidFill>
                <a:latin typeface="Arial"/>
                <a:ea typeface="Arial"/>
                <a:cs typeface="Arial"/>
              </a:defRPr>
            </a:lvl8pPr>
            <a:lvl9pPr algn="l">
              <a:defRPr sz="1350" b="1">
                <a:solidFill>
                  <a:srgbClr val="D5001C"/>
                </a:solidFill>
                <a:latin typeface="Arial"/>
                <a:ea typeface="Arial"/>
                <a:cs typeface="Arial"/>
              </a:defRPr>
            </a:lvl9pPr>
          </a:lstStyle>
          <a:p>
            <a:pPr algn="l">
              <a:defRPr sz="1350" b="1">
                <a:solidFill>
                  <a:srgbClr val="D5001C"/>
                </a:solidFill>
                <a:latin typeface="Arial"/>
                <a:ea typeface="Arial"/>
                <a:cs typeface="Arial"/>
              </a:defRPr>
            </a:pPr>
            <a:r>
              <a:rPr sz="1350" b="1">
                <a:solidFill>
                  <a:srgbClr val="D5001C"/>
                </a:solidFill>
                <a:latin typeface="Arial"/>
                <a:ea typeface="Arial"/>
                <a:cs typeface="Arial"/>
              </a:rPr>
              <a:t>02   PREPARATION AND PLAN</a:t>
            </a:r>
          </a:p>
        </p:txBody>
      </p:sp>
      <p:sp>
        <p:nvSpPr>
          <p:cNvPr id="3" name="title">
            <a:extLst>
              <a:ext uri="{FF2B5EF4-FFF2-40B4-BE49-F238E27FC236}">
                <a16:creationId xmlns:a16="http://schemas.microsoft.com/office/drawing/2014/main" id="{06408037-3FC1-4E97-9A74-E3DD23D3EA03}"/>
              </a:ext>
            </a:extLst>
          </p:cNvPr>
          <p:cNvSpPr>
            <a:spLocks noGrp="1"/>
          </p:cNvSpPr>
          <p:nvPr/>
        </p:nvSpPr>
        <p:spPr>
          <a:xfrm>
            <a:off x="685800" y="914400"/>
            <a:ext cx="10763250" cy="742950"/>
          </a:xfrm>
          <a:prstGeom prst="rect">
            <a:avLst/>
          </a:prstGeom>
          <a:noFill/>
          <a:ln w="0">
            <a:noFill/>
          </a:ln>
        </p:spPr>
        <p:txBody>
          <a:bodyPr wrap="none" lIns="0" tIns="0" rIns="0" bIns="0" anchor="t">
            <a:noAutofit/>
          </a:bodyPr>
          <a:lstStyle>
            <a:defPPr algn="l">
              <a:defRPr sz="4800" b="1">
                <a:solidFill>
                  <a:srgbClr val="17232B"/>
                </a:solidFill>
                <a:latin typeface="Arial"/>
                <a:ea typeface="Arial"/>
                <a:cs typeface="Arial"/>
              </a:defRPr>
            </a:defPPr>
            <a:lvl1pPr algn="l">
              <a:defRPr sz="4800" b="1">
                <a:solidFill>
                  <a:srgbClr val="17232B"/>
                </a:solidFill>
                <a:latin typeface="Arial"/>
                <a:ea typeface="Arial"/>
                <a:cs typeface="Arial"/>
              </a:defRPr>
            </a:lvl1pPr>
            <a:lvl2pPr algn="l">
              <a:defRPr sz="4800" b="1">
                <a:solidFill>
                  <a:srgbClr val="17232B"/>
                </a:solidFill>
                <a:latin typeface="Arial"/>
                <a:ea typeface="Arial"/>
                <a:cs typeface="Arial"/>
              </a:defRPr>
            </a:lvl2pPr>
            <a:lvl3pPr algn="l">
              <a:defRPr sz="4800" b="1">
                <a:solidFill>
                  <a:srgbClr val="17232B"/>
                </a:solidFill>
                <a:latin typeface="Arial"/>
                <a:ea typeface="Arial"/>
                <a:cs typeface="Arial"/>
              </a:defRPr>
            </a:lvl3pPr>
            <a:lvl4pPr algn="l">
              <a:defRPr sz="4800" b="1">
                <a:solidFill>
                  <a:srgbClr val="17232B"/>
                </a:solidFill>
                <a:latin typeface="Arial"/>
                <a:ea typeface="Arial"/>
                <a:cs typeface="Arial"/>
              </a:defRPr>
            </a:lvl4pPr>
            <a:lvl5pPr algn="l">
              <a:defRPr sz="4800" b="1">
                <a:solidFill>
                  <a:srgbClr val="17232B"/>
                </a:solidFill>
                <a:latin typeface="Arial"/>
                <a:ea typeface="Arial"/>
                <a:cs typeface="Arial"/>
              </a:defRPr>
            </a:lvl5pPr>
            <a:lvl6pPr algn="l">
              <a:defRPr sz="4800" b="1">
                <a:solidFill>
                  <a:srgbClr val="17232B"/>
                </a:solidFill>
                <a:latin typeface="Arial"/>
                <a:ea typeface="Arial"/>
                <a:cs typeface="Arial"/>
              </a:defRPr>
            </a:lvl6pPr>
            <a:lvl7pPr algn="l">
              <a:defRPr sz="4800" b="1">
                <a:solidFill>
                  <a:srgbClr val="17232B"/>
                </a:solidFill>
                <a:latin typeface="Arial"/>
                <a:ea typeface="Arial"/>
                <a:cs typeface="Arial"/>
              </a:defRPr>
            </a:lvl7pPr>
            <a:lvl8pPr algn="l">
              <a:defRPr sz="4800" b="1">
                <a:solidFill>
                  <a:srgbClr val="17232B"/>
                </a:solidFill>
                <a:latin typeface="Arial"/>
                <a:ea typeface="Arial"/>
                <a:cs typeface="Arial"/>
              </a:defRPr>
            </a:lvl8pPr>
            <a:lvl9pPr algn="l">
              <a:defRPr sz="4800" b="1">
                <a:solidFill>
                  <a:srgbClr val="17232B"/>
                </a:solidFill>
                <a:latin typeface="Arial"/>
                <a:ea typeface="Arial"/>
                <a:cs typeface="Arial"/>
              </a:defRPr>
            </a:lvl9pPr>
          </a:lstStyle>
          <a:p>
            <a:pPr algn="l">
              <a:defRPr sz="4800" b="1">
                <a:solidFill>
                  <a:srgbClr val="17232B"/>
                </a:solidFill>
                <a:latin typeface="Arial"/>
                <a:ea typeface="Arial"/>
                <a:cs typeface="Arial"/>
              </a:defRPr>
            </a:pPr>
            <a:r>
              <a:rPr sz="4800" b="1">
                <a:solidFill>
                  <a:srgbClr val="17232B"/>
                </a:solidFill>
                <a:latin typeface="Arial"/>
                <a:ea typeface="Arial"/>
                <a:cs typeface="Arial"/>
              </a:rPr>
              <a:t>Design</a:t>
            </a:r>
          </a:p>
        </p:txBody>
      </p:sp>
      <p:sp>
        <p:nvSpPr>
          <p:cNvPr id="4" name="page">
            <a:extLst>
              <a:ext uri="{FF2B5EF4-FFF2-40B4-BE49-F238E27FC236}">
                <a16:creationId xmlns:a16="http://schemas.microsoft.com/office/drawing/2014/main" id="{3EA689F2-9E4C-4D7E-AF48-9415EE000C87}"/>
              </a:ext>
            </a:extLst>
          </p:cNvPr>
          <p:cNvSpPr>
            <a:spLocks noGrp="1"/>
          </p:cNvSpPr>
          <p:nvPr/>
        </p:nvSpPr>
        <p:spPr>
          <a:xfrm>
            <a:off x="11049000" y="6210300"/>
            <a:ext cx="457200" cy="266700"/>
          </a:xfrm>
          <a:prstGeom prst="rect">
            <a:avLst/>
          </a:prstGeom>
          <a:noFill/>
          <a:ln w="0">
            <a:noFill/>
          </a:ln>
        </p:spPr>
        <p:txBody>
          <a:bodyPr wrap="none" lIns="0" tIns="0" rIns="0" bIns="0" anchor="t">
            <a:noAutofit/>
          </a:bodyPr>
          <a:lstStyle>
            <a:defPPr algn="l">
              <a:defRPr sz="1275" b="0">
                <a:solidFill>
                  <a:srgbClr val="53606A"/>
                </a:solidFill>
                <a:latin typeface="Arial"/>
                <a:ea typeface="Arial"/>
                <a:cs typeface="Arial"/>
              </a:defRPr>
            </a:defPPr>
            <a:lvl1pPr algn="l">
              <a:defRPr sz="1275" b="0">
                <a:solidFill>
                  <a:srgbClr val="53606A"/>
                </a:solidFill>
                <a:latin typeface="Arial"/>
                <a:ea typeface="Arial"/>
                <a:cs typeface="Arial"/>
              </a:defRPr>
            </a:lvl1pPr>
            <a:lvl2pPr algn="l">
              <a:defRPr sz="1275" b="0">
                <a:solidFill>
                  <a:srgbClr val="53606A"/>
                </a:solidFill>
                <a:latin typeface="Arial"/>
                <a:ea typeface="Arial"/>
                <a:cs typeface="Arial"/>
              </a:defRPr>
            </a:lvl2pPr>
            <a:lvl3pPr algn="l">
              <a:defRPr sz="1275" b="0">
                <a:solidFill>
                  <a:srgbClr val="53606A"/>
                </a:solidFill>
                <a:latin typeface="Arial"/>
                <a:ea typeface="Arial"/>
                <a:cs typeface="Arial"/>
              </a:defRPr>
            </a:lvl3pPr>
            <a:lvl4pPr algn="l">
              <a:defRPr sz="1275" b="0">
                <a:solidFill>
                  <a:srgbClr val="53606A"/>
                </a:solidFill>
                <a:latin typeface="Arial"/>
                <a:ea typeface="Arial"/>
                <a:cs typeface="Arial"/>
              </a:defRPr>
            </a:lvl4pPr>
            <a:lvl5pPr algn="l">
              <a:defRPr sz="1275" b="0">
                <a:solidFill>
                  <a:srgbClr val="53606A"/>
                </a:solidFill>
                <a:latin typeface="Arial"/>
                <a:ea typeface="Arial"/>
                <a:cs typeface="Arial"/>
              </a:defRPr>
            </a:lvl5pPr>
            <a:lvl6pPr algn="l">
              <a:defRPr sz="1275" b="0">
                <a:solidFill>
                  <a:srgbClr val="53606A"/>
                </a:solidFill>
                <a:latin typeface="Arial"/>
                <a:ea typeface="Arial"/>
                <a:cs typeface="Arial"/>
              </a:defRPr>
            </a:lvl6pPr>
            <a:lvl7pPr algn="l">
              <a:defRPr sz="1275" b="0">
                <a:solidFill>
                  <a:srgbClr val="53606A"/>
                </a:solidFill>
                <a:latin typeface="Arial"/>
                <a:ea typeface="Arial"/>
                <a:cs typeface="Arial"/>
              </a:defRPr>
            </a:lvl7pPr>
            <a:lvl8pPr algn="l">
              <a:defRPr sz="1275" b="0">
                <a:solidFill>
                  <a:srgbClr val="53606A"/>
                </a:solidFill>
                <a:latin typeface="Arial"/>
                <a:ea typeface="Arial"/>
                <a:cs typeface="Arial"/>
              </a:defRPr>
            </a:lvl8pPr>
            <a:lvl9pPr algn="l">
              <a:defRPr sz="1275" b="0">
                <a:solidFill>
                  <a:srgbClr val="53606A"/>
                </a:solidFill>
                <a:latin typeface="Arial"/>
                <a:ea typeface="Arial"/>
                <a:cs typeface="Arial"/>
              </a:defRPr>
            </a:lvl9pPr>
          </a:lstStyle>
          <a:p>
            <a:pPr algn="l">
              <a:defRPr sz="1275" b="0">
                <a:solidFill>
                  <a:srgbClr val="53606A"/>
                </a:solidFill>
                <a:latin typeface="Arial"/>
                <a:ea typeface="Arial"/>
                <a:cs typeface="Arial"/>
              </a:defRPr>
            </a:pPr>
            <a:r>
              <a:rPr sz="1275" b="0">
                <a:solidFill>
                  <a:srgbClr val="53606A"/>
                </a:solidFill>
                <a:latin typeface="Arial"/>
                <a:ea typeface="Arial"/>
                <a:cs typeface="Arial"/>
              </a:rPr>
              <a:t>04</a:t>
            </a:r>
          </a:p>
        </p:txBody>
      </p:sp>
      <p:sp>
        <p:nvSpPr>
          <p:cNvPr id="5" name="design-left-title">
            <a:extLst>
              <a:ext uri="{FF2B5EF4-FFF2-40B4-BE49-F238E27FC236}">
                <a16:creationId xmlns:a16="http://schemas.microsoft.com/office/drawing/2014/main" id="{BACE9241-351F-4442-B479-F45F3A22397B}"/>
              </a:ext>
            </a:extLst>
          </p:cNvPr>
          <p:cNvSpPr>
            <a:spLocks noGrp="1"/>
          </p:cNvSpPr>
          <p:nvPr/>
        </p:nvSpPr>
        <p:spPr>
          <a:xfrm>
            <a:off x="685800" y="2162175"/>
            <a:ext cx="5000625" cy="495300"/>
          </a:xfrm>
          <a:prstGeom prst="rect">
            <a:avLst/>
          </a:prstGeom>
          <a:noFill/>
          <a:ln w="0">
            <a:noFill/>
          </a:ln>
        </p:spPr>
        <p:txBody>
          <a:bodyPr wrap="none" lIns="0" tIns="0" rIns="0" bIns="0" anchor="t">
            <a:noAutofit/>
          </a:bodyPr>
          <a:lstStyle>
            <a:defPPr algn="l">
              <a:defRPr sz="3000" b="1">
                <a:solidFill>
                  <a:srgbClr val="D5001C"/>
                </a:solidFill>
                <a:latin typeface="Arial"/>
                <a:ea typeface="Arial"/>
                <a:cs typeface="Arial"/>
              </a:defRPr>
            </a:defPPr>
            <a:lvl1pPr algn="l">
              <a:defRPr sz="3000" b="1">
                <a:solidFill>
                  <a:srgbClr val="D5001C"/>
                </a:solidFill>
                <a:latin typeface="Arial"/>
                <a:ea typeface="Arial"/>
                <a:cs typeface="Arial"/>
              </a:defRPr>
            </a:lvl1pPr>
            <a:lvl2pPr algn="l">
              <a:defRPr sz="3000" b="1">
                <a:solidFill>
                  <a:srgbClr val="D5001C"/>
                </a:solidFill>
                <a:latin typeface="Arial"/>
                <a:ea typeface="Arial"/>
                <a:cs typeface="Arial"/>
              </a:defRPr>
            </a:lvl2pPr>
            <a:lvl3pPr algn="l">
              <a:defRPr sz="3000" b="1">
                <a:solidFill>
                  <a:srgbClr val="D5001C"/>
                </a:solidFill>
                <a:latin typeface="Arial"/>
                <a:ea typeface="Arial"/>
                <a:cs typeface="Arial"/>
              </a:defRPr>
            </a:lvl3pPr>
            <a:lvl4pPr algn="l">
              <a:defRPr sz="3000" b="1">
                <a:solidFill>
                  <a:srgbClr val="D5001C"/>
                </a:solidFill>
                <a:latin typeface="Arial"/>
                <a:ea typeface="Arial"/>
                <a:cs typeface="Arial"/>
              </a:defRPr>
            </a:lvl4pPr>
            <a:lvl5pPr algn="l">
              <a:defRPr sz="3000" b="1">
                <a:solidFill>
                  <a:srgbClr val="D5001C"/>
                </a:solidFill>
                <a:latin typeface="Arial"/>
                <a:ea typeface="Arial"/>
                <a:cs typeface="Arial"/>
              </a:defRPr>
            </a:lvl5pPr>
            <a:lvl6pPr algn="l">
              <a:defRPr sz="3000" b="1">
                <a:solidFill>
                  <a:srgbClr val="D5001C"/>
                </a:solidFill>
                <a:latin typeface="Arial"/>
                <a:ea typeface="Arial"/>
                <a:cs typeface="Arial"/>
              </a:defRPr>
            </a:lvl6pPr>
            <a:lvl7pPr algn="l">
              <a:defRPr sz="3000" b="1">
                <a:solidFill>
                  <a:srgbClr val="D5001C"/>
                </a:solidFill>
                <a:latin typeface="Arial"/>
                <a:ea typeface="Arial"/>
                <a:cs typeface="Arial"/>
              </a:defRPr>
            </a:lvl7pPr>
            <a:lvl8pPr algn="l">
              <a:defRPr sz="3000" b="1">
                <a:solidFill>
                  <a:srgbClr val="D5001C"/>
                </a:solidFill>
                <a:latin typeface="Arial"/>
                <a:ea typeface="Arial"/>
                <a:cs typeface="Arial"/>
              </a:defRPr>
            </a:lvl8pPr>
            <a:lvl9pPr algn="l">
              <a:defRPr sz="3000" b="1">
                <a:solidFill>
                  <a:srgbClr val="D5001C"/>
                </a:solidFill>
                <a:latin typeface="Arial"/>
                <a:ea typeface="Arial"/>
                <a:cs typeface="Arial"/>
              </a:defRPr>
            </a:lvl9pPr>
          </a:lstStyle>
          <a:p>
            <a:pPr algn="l">
              <a:defRPr sz="3000" b="1">
                <a:solidFill>
                  <a:srgbClr val="D5001C"/>
                </a:solidFill>
                <a:latin typeface="Arial"/>
                <a:ea typeface="Arial"/>
                <a:cs typeface="Arial"/>
              </a:defRPr>
            </a:pPr>
            <a:r>
              <a:rPr sz="3000" b="1">
                <a:solidFill>
                  <a:srgbClr val="D5001C"/>
                </a:solidFill>
                <a:latin typeface="Arial"/>
                <a:ea typeface="Arial"/>
                <a:cs typeface="Arial"/>
              </a:rPr>
              <a:t>Preparation</a:t>
            </a:r>
          </a:p>
        </p:txBody>
      </p:sp>
      <p:sp>
        <p:nvSpPr>
          <p:cNvPr id="6" name="design-env-h">
            <a:extLst>
              <a:ext uri="{FF2B5EF4-FFF2-40B4-BE49-F238E27FC236}">
                <a16:creationId xmlns:a16="http://schemas.microsoft.com/office/drawing/2014/main" id="{A5CE0B06-D3F8-4FE1-8B59-A6BCB4A05CDC}"/>
              </a:ext>
            </a:extLst>
          </p:cNvPr>
          <p:cNvSpPr>
            <a:spLocks noGrp="1"/>
          </p:cNvSpPr>
          <p:nvPr/>
        </p:nvSpPr>
        <p:spPr>
          <a:xfrm>
            <a:off x="685800" y="3067050"/>
            <a:ext cx="5000625" cy="400050"/>
          </a:xfrm>
          <a:prstGeom prst="rect">
            <a:avLst/>
          </a:prstGeom>
          <a:noFill/>
          <a:ln w="0">
            <a:noFill/>
          </a:ln>
        </p:spPr>
        <p:txBody>
          <a:bodyPr wrap="none" lIns="0" tIns="0" rIns="0" bIns="0" anchor="t">
            <a:noAutofit/>
          </a:bodyPr>
          <a:lstStyle>
            <a:defPPr algn="l">
              <a:defRPr sz="2175" b="1">
                <a:solidFill>
                  <a:srgbClr val="17232B"/>
                </a:solidFill>
                <a:latin typeface="Arial"/>
                <a:ea typeface="Arial"/>
                <a:cs typeface="Arial"/>
              </a:defRPr>
            </a:defPPr>
            <a:lvl1pPr algn="l">
              <a:defRPr sz="2175" b="1">
                <a:solidFill>
                  <a:srgbClr val="17232B"/>
                </a:solidFill>
                <a:latin typeface="Arial"/>
                <a:ea typeface="Arial"/>
                <a:cs typeface="Arial"/>
              </a:defRPr>
            </a:lvl1pPr>
            <a:lvl2pPr algn="l">
              <a:defRPr sz="2175" b="1">
                <a:solidFill>
                  <a:srgbClr val="17232B"/>
                </a:solidFill>
                <a:latin typeface="Arial"/>
                <a:ea typeface="Arial"/>
                <a:cs typeface="Arial"/>
              </a:defRPr>
            </a:lvl2pPr>
            <a:lvl3pPr algn="l">
              <a:defRPr sz="2175" b="1">
                <a:solidFill>
                  <a:srgbClr val="17232B"/>
                </a:solidFill>
                <a:latin typeface="Arial"/>
                <a:ea typeface="Arial"/>
                <a:cs typeface="Arial"/>
              </a:defRPr>
            </a:lvl3pPr>
            <a:lvl4pPr algn="l">
              <a:defRPr sz="2175" b="1">
                <a:solidFill>
                  <a:srgbClr val="17232B"/>
                </a:solidFill>
                <a:latin typeface="Arial"/>
                <a:ea typeface="Arial"/>
                <a:cs typeface="Arial"/>
              </a:defRPr>
            </a:lvl4pPr>
            <a:lvl5pPr algn="l">
              <a:defRPr sz="2175" b="1">
                <a:solidFill>
                  <a:srgbClr val="17232B"/>
                </a:solidFill>
                <a:latin typeface="Arial"/>
                <a:ea typeface="Arial"/>
                <a:cs typeface="Arial"/>
              </a:defRPr>
            </a:lvl5pPr>
            <a:lvl6pPr algn="l">
              <a:defRPr sz="2175" b="1">
                <a:solidFill>
                  <a:srgbClr val="17232B"/>
                </a:solidFill>
                <a:latin typeface="Arial"/>
                <a:ea typeface="Arial"/>
                <a:cs typeface="Arial"/>
              </a:defRPr>
            </a:lvl6pPr>
            <a:lvl7pPr algn="l">
              <a:defRPr sz="2175" b="1">
                <a:solidFill>
                  <a:srgbClr val="17232B"/>
                </a:solidFill>
                <a:latin typeface="Arial"/>
                <a:ea typeface="Arial"/>
                <a:cs typeface="Arial"/>
              </a:defRPr>
            </a:lvl7pPr>
            <a:lvl8pPr algn="l">
              <a:defRPr sz="2175" b="1">
                <a:solidFill>
                  <a:srgbClr val="17232B"/>
                </a:solidFill>
                <a:latin typeface="Arial"/>
                <a:ea typeface="Arial"/>
                <a:cs typeface="Arial"/>
              </a:defRPr>
            </a:lvl8pPr>
            <a:lvl9pPr algn="l">
              <a:defRPr sz="2175" b="1">
                <a:solidFill>
                  <a:srgbClr val="17232B"/>
                </a:solidFill>
                <a:latin typeface="Arial"/>
                <a:ea typeface="Arial"/>
                <a:cs typeface="Arial"/>
              </a:defRPr>
            </a:lvl9pPr>
          </a:lstStyle>
          <a:p>
            <a:pPr algn="l">
              <a:defRPr sz="2175" b="1">
                <a:solidFill>
                  <a:srgbClr val="17232B"/>
                </a:solidFill>
                <a:latin typeface="Arial"/>
                <a:ea typeface="Arial"/>
                <a:cs typeface="Arial"/>
              </a:defRPr>
            </a:pPr>
            <a:r>
              <a:rPr sz="2175" b="1">
                <a:solidFill>
                  <a:srgbClr val="17232B"/>
                </a:solidFill>
                <a:latin typeface="Arial"/>
                <a:ea typeface="Arial"/>
                <a:cs typeface="Arial"/>
              </a:rPr>
              <a:t>Working environment</a:t>
            </a:r>
          </a:p>
        </p:txBody>
      </p:sp>
      <p:sp>
        <p:nvSpPr>
          <p:cNvPr id="7" name="design-env-b">
            <a:extLst>
              <a:ext uri="{FF2B5EF4-FFF2-40B4-BE49-F238E27FC236}">
                <a16:creationId xmlns:a16="http://schemas.microsoft.com/office/drawing/2014/main" id="{5FCF5636-30B5-4525-AC66-2292AE076E30}"/>
              </a:ext>
            </a:extLst>
          </p:cNvPr>
          <p:cNvSpPr>
            <a:spLocks noGrp="1"/>
          </p:cNvSpPr>
          <p:nvPr/>
        </p:nvSpPr>
        <p:spPr>
          <a:xfrm>
            <a:off x="685800" y="3505200"/>
            <a:ext cx="5000625" cy="685800"/>
          </a:xfrm>
          <a:prstGeom prst="rect">
            <a:avLst/>
          </a:prstGeom>
          <a:noFill/>
          <a:ln w="0">
            <a:noFill/>
          </a:ln>
        </p:spPr>
        <p:txBody>
          <a:bodyPr wrap="none" lIns="0" tIns="0" rIns="0" bIns="0" anchor="t">
            <a:noAutofit/>
          </a:bodyPr>
          <a:lstStyle>
            <a:defPPr algn="l">
              <a:defRPr sz="1875" b="0">
                <a:solidFill>
                  <a:srgbClr val="53606A"/>
                </a:solidFill>
                <a:latin typeface="Arial"/>
                <a:ea typeface="Arial"/>
                <a:cs typeface="Arial"/>
              </a:defRPr>
            </a:defPPr>
            <a:lvl1pPr algn="l">
              <a:defRPr sz="1875" b="0">
                <a:solidFill>
                  <a:srgbClr val="53606A"/>
                </a:solidFill>
                <a:latin typeface="Arial"/>
                <a:ea typeface="Arial"/>
                <a:cs typeface="Arial"/>
              </a:defRPr>
            </a:lvl1pPr>
            <a:lvl2pPr algn="l">
              <a:defRPr sz="1875" b="0">
                <a:solidFill>
                  <a:srgbClr val="53606A"/>
                </a:solidFill>
                <a:latin typeface="Arial"/>
                <a:ea typeface="Arial"/>
                <a:cs typeface="Arial"/>
              </a:defRPr>
            </a:lvl2pPr>
            <a:lvl3pPr algn="l">
              <a:defRPr sz="1875" b="0">
                <a:solidFill>
                  <a:srgbClr val="53606A"/>
                </a:solidFill>
                <a:latin typeface="Arial"/>
                <a:ea typeface="Arial"/>
                <a:cs typeface="Arial"/>
              </a:defRPr>
            </a:lvl3pPr>
            <a:lvl4pPr algn="l">
              <a:defRPr sz="1875" b="0">
                <a:solidFill>
                  <a:srgbClr val="53606A"/>
                </a:solidFill>
                <a:latin typeface="Arial"/>
                <a:ea typeface="Arial"/>
                <a:cs typeface="Arial"/>
              </a:defRPr>
            </a:lvl4pPr>
            <a:lvl5pPr algn="l">
              <a:defRPr sz="1875" b="0">
                <a:solidFill>
                  <a:srgbClr val="53606A"/>
                </a:solidFill>
                <a:latin typeface="Arial"/>
                <a:ea typeface="Arial"/>
                <a:cs typeface="Arial"/>
              </a:defRPr>
            </a:lvl5pPr>
            <a:lvl6pPr algn="l">
              <a:defRPr sz="1875" b="0">
                <a:solidFill>
                  <a:srgbClr val="53606A"/>
                </a:solidFill>
                <a:latin typeface="Arial"/>
                <a:ea typeface="Arial"/>
                <a:cs typeface="Arial"/>
              </a:defRPr>
            </a:lvl6pPr>
            <a:lvl7pPr algn="l">
              <a:defRPr sz="1875" b="0">
                <a:solidFill>
                  <a:srgbClr val="53606A"/>
                </a:solidFill>
                <a:latin typeface="Arial"/>
                <a:ea typeface="Arial"/>
                <a:cs typeface="Arial"/>
              </a:defRPr>
            </a:lvl7pPr>
            <a:lvl8pPr algn="l">
              <a:defRPr sz="1875" b="0">
                <a:solidFill>
                  <a:srgbClr val="53606A"/>
                </a:solidFill>
                <a:latin typeface="Arial"/>
                <a:ea typeface="Arial"/>
                <a:cs typeface="Arial"/>
              </a:defRPr>
            </a:lvl8pPr>
            <a:lvl9pPr algn="l">
              <a:defRPr sz="1875" b="0">
                <a:solidFill>
                  <a:srgbClr val="53606A"/>
                </a:solidFill>
                <a:latin typeface="Arial"/>
                <a:ea typeface="Arial"/>
                <a:cs typeface="Arial"/>
              </a:defRPr>
            </a:lvl9pPr>
          </a:lstStyle>
          <a:p>
            <a:pPr algn="l">
              <a:defRPr sz="1875" b="0">
                <a:solidFill>
                  <a:srgbClr val="53606A"/>
                </a:solidFill>
                <a:latin typeface="Arial"/>
                <a:ea typeface="Arial"/>
                <a:cs typeface="Arial"/>
              </a:defRPr>
            </a:pPr>
            <a:r>
              <a:rPr sz="1875" b="0">
                <a:solidFill>
                  <a:srgbClr val="53606A"/>
                </a:solidFill>
                <a:latin typeface="Arial"/>
                <a:ea typeface="Arial"/>
                <a:cs typeface="Arial"/>
              </a:rPr>
              <a:t>Project setup and CAN configuration inputs</a:t>
            </a:r>
          </a:p>
        </p:txBody>
      </p:sp>
      <p:sp>
        <p:nvSpPr>
          <p:cNvPr id="8" name="design-knowledge-h">
            <a:extLst>
              <a:ext uri="{FF2B5EF4-FFF2-40B4-BE49-F238E27FC236}">
                <a16:creationId xmlns:a16="http://schemas.microsoft.com/office/drawing/2014/main" id="{25C4FA20-4DFB-4ACB-92AD-7B6F68556E0E}"/>
              </a:ext>
            </a:extLst>
          </p:cNvPr>
          <p:cNvSpPr>
            <a:spLocks noGrp="1"/>
          </p:cNvSpPr>
          <p:nvPr/>
        </p:nvSpPr>
        <p:spPr>
          <a:xfrm>
            <a:off x="685800" y="4476750"/>
            <a:ext cx="5000625" cy="400050"/>
          </a:xfrm>
          <a:prstGeom prst="rect">
            <a:avLst/>
          </a:prstGeom>
          <a:noFill/>
          <a:ln w="0">
            <a:noFill/>
          </a:ln>
        </p:spPr>
        <p:txBody>
          <a:bodyPr wrap="none" lIns="0" tIns="0" rIns="0" bIns="0" anchor="t">
            <a:noAutofit/>
          </a:bodyPr>
          <a:lstStyle>
            <a:defPPr algn="l">
              <a:defRPr sz="2175" b="1">
                <a:solidFill>
                  <a:srgbClr val="17232B"/>
                </a:solidFill>
                <a:latin typeface="Arial"/>
                <a:ea typeface="Arial"/>
                <a:cs typeface="Arial"/>
              </a:defRPr>
            </a:defPPr>
            <a:lvl1pPr algn="l">
              <a:defRPr sz="2175" b="1">
                <a:solidFill>
                  <a:srgbClr val="17232B"/>
                </a:solidFill>
                <a:latin typeface="Arial"/>
                <a:ea typeface="Arial"/>
                <a:cs typeface="Arial"/>
              </a:defRPr>
            </a:lvl1pPr>
            <a:lvl2pPr algn="l">
              <a:defRPr sz="2175" b="1">
                <a:solidFill>
                  <a:srgbClr val="17232B"/>
                </a:solidFill>
                <a:latin typeface="Arial"/>
                <a:ea typeface="Arial"/>
                <a:cs typeface="Arial"/>
              </a:defRPr>
            </a:lvl2pPr>
            <a:lvl3pPr algn="l">
              <a:defRPr sz="2175" b="1">
                <a:solidFill>
                  <a:srgbClr val="17232B"/>
                </a:solidFill>
                <a:latin typeface="Arial"/>
                <a:ea typeface="Arial"/>
                <a:cs typeface="Arial"/>
              </a:defRPr>
            </a:lvl3pPr>
            <a:lvl4pPr algn="l">
              <a:defRPr sz="2175" b="1">
                <a:solidFill>
                  <a:srgbClr val="17232B"/>
                </a:solidFill>
                <a:latin typeface="Arial"/>
                <a:ea typeface="Arial"/>
                <a:cs typeface="Arial"/>
              </a:defRPr>
            </a:lvl4pPr>
            <a:lvl5pPr algn="l">
              <a:defRPr sz="2175" b="1">
                <a:solidFill>
                  <a:srgbClr val="17232B"/>
                </a:solidFill>
                <a:latin typeface="Arial"/>
                <a:ea typeface="Arial"/>
                <a:cs typeface="Arial"/>
              </a:defRPr>
            </a:lvl5pPr>
            <a:lvl6pPr algn="l">
              <a:defRPr sz="2175" b="1">
                <a:solidFill>
                  <a:srgbClr val="17232B"/>
                </a:solidFill>
                <a:latin typeface="Arial"/>
                <a:ea typeface="Arial"/>
                <a:cs typeface="Arial"/>
              </a:defRPr>
            </a:lvl6pPr>
            <a:lvl7pPr algn="l">
              <a:defRPr sz="2175" b="1">
                <a:solidFill>
                  <a:srgbClr val="17232B"/>
                </a:solidFill>
                <a:latin typeface="Arial"/>
                <a:ea typeface="Arial"/>
                <a:cs typeface="Arial"/>
              </a:defRPr>
            </a:lvl7pPr>
            <a:lvl8pPr algn="l">
              <a:defRPr sz="2175" b="1">
                <a:solidFill>
                  <a:srgbClr val="17232B"/>
                </a:solidFill>
                <a:latin typeface="Arial"/>
                <a:ea typeface="Arial"/>
                <a:cs typeface="Arial"/>
              </a:defRPr>
            </a:lvl8pPr>
            <a:lvl9pPr algn="l">
              <a:defRPr sz="2175" b="1">
                <a:solidFill>
                  <a:srgbClr val="17232B"/>
                </a:solidFill>
                <a:latin typeface="Arial"/>
                <a:ea typeface="Arial"/>
                <a:cs typeface="Arial"/>
              </a:defRPr>
            </a:lvl9pPr>
          </a:lstStyle>
          <a:p>
            <a:pPr algn="l">
              <a:defRPr sz="2175" b="1">
                <a:solidFill>
                  <a:srgbClr val="17232B"/>
                </a:solidFill>
                <a:latin typeface="Arial"/>
                <a:ea typeface="Arial"/>
                <a:cs typeface="Arial"/>
              </a:defRPr>
            </a:pPr>
            <a:r>
              <a:rPr sz="2175" b="1">
                <a:solidFill>
                  <a:srgbClr val="17232B"/>
                </a:solidFill>
                <a:latin typeface="Arial"/>
                <a:ea typeface="Arial"/>
                <a:cs typeface="Arial"/>
              </a:rPr>
              <a:t>Required knowledge</a:t>
            </a:r>
          </a:p>
        </p:txBody>
      </p:sp>
      <p:sp>
        <p:nvSpPr>
          <p:cNvPr id="9" name="design-knowledge-b">
            <a:extLst>
              <a:ext uri="{FF2B5EF4-FFF2-40B4-BE49-F238E27FC236}">
                <a16:creationId xmlns:a16="http://schemas.microsoft.com/office/drawing/2014/main" id="{8AE5B07A-99D5-4C0D-8B3E-DFF32B538BDF}"/>
              </a:ext>
            </a:extLst>
          </p:cNvPr>
          <p:cNvSpPr>
            <a:spLocks noGrp="1"/>
          </p:cNvSpPr>
          <p:nvPr/>
        </p:nvSpPr>
        <p:spPr>
          <a:xfrm>
            <a:off x="685800" y="4914900"/>
            <a:ext cx="5000625" cy="685800"/>
          </a:xfrm>
          <a:prstGeom prst="rect">
            <a:avLst/>
          </a:prstGeom>
          <a:noFill/>
          <a:ln w="0">
            <a:noFill/>
          </a:ln>
        </p:spPr>
        <p:txBody>
          <a:bodyPr wrap="none" lIns="0" tIns="0" rIns="0" bIns="0" anchor="t">
            <a:noAutofit/>
          </a:bodyPr>
          <a:lstStyle>
            <a:defPPr algn="l">
              <a:defRPr sz="1875" b="0">
                <a:solidFill>
                  <a:srgbClr val="53606A"/>
                </a:solidFill>
                <a:latin typeface="Arial"/>
                <a:ea typeface="Arial"/>
                <a:cs typeface="Arial"/>
              </a:defRPr>
            </a:defPPr>
            <a:lvl1pPr algn="l">
              <a:defRPr sz="1875" b="0">
                <a:solidFill>
                  <a:srgbClr val="53606A"/>
                </a:solidFill>
                <a:latin typeface="Arial"/>
                <a:ea typeface="Arial"/>
                <a:cs typeface="Arial"/>
              </a:defRPr>
            </a:lvl1pPr>
            <a:lvl2pPr algn="l">
              <a:defRPr sz="1875" b="0">
                <a:solidFill>
                  <a:srgbClr val="53606A"/>
                </a:solidFill>
                <a:latin typeface="Arial"/>
                <a:ea typeface="Arial"/>
                <a:cs typeface="Arial"/>
              </a:defRPr>
            </a:lvl2pPr>
            <a:lvl3pPr algn="l">
              <a:defRPr sz="1875" b="0">
                <a:solidFill>
                  <a:srgbClr val="53606A"/>
                </a:solidFill>
                <a:latin typeface="Arial"/>
                <a:ea typeface="Arial"/>
                <a:cs typeface="Arial"/>
              </a:defRPr>
            </a:lvl3pPr>
            <a:lvl4pPr algn="l">
              <a:defRPr sz="1875" b="0">
                <a:solidFill>
                  <a:srgbClr val="53606A"/>
                </a:solidFill>
                <a:latin typeface="Arial"/>
                <a:ea typeface="Arial"/>
                <a:cs typeface="Arial"/>
              </a:defRPr>
            </a:lvl4pPr>
            <a:lvl5pPr algn="l">
              <a:defRPr sz="1875" b="0">
                <a:solidFill>
                  <a:srgbClr val="53606A"/>
                </a:solidFill>
                <a:latin typeface="Arial"/>
                <a:ea typeface="Arial"/>
                <a:cs typeface="Arial"/>
              </a:defRPr>
            </a:lvl5pPr>
            <a:lvl6pPr algn="l">
              <a:defRPr sz="1875" b="0">
                <a:solidFill>
                  <a:srgbClr val="53606A"/>
                </a:solidFill>
                <a:latin typeface="Arial"/>
                <a:ea typeface="Arial"/>
                <a:cs typeface="Arial"/>
              </a:defRPr>
            </a:lvl6pPr>
            <a:lvl7pPr algn="l">
              <a:defRPr sz="1875" b="0">
                <a:solidFill>
                  <a:srgbClr val="53606A"/>
                </a:solidFill>
                <a:latin typeface="Arial"/>
                <a:ea typeface="Arial"/>
                <a:cs typeface="Arial"/>
              </a:defRPr>
            </a:lvl7pPr>
            <a:lvl8pPr algn="l">
              <a:defRPr sz="1875" b="0">
                <a:solidFill>
                  <a:srgbClr val="53606A"/>
                </a:solidFill>
                <a:latin typeface="Arial"/>
                <a:ea typeface="Arial"/>
                <a:cs typeface="Arial"/>
              </a:defRPr>
            </a:lvl8pPr>
            <a:lvl9pPr algn="l">
              <a:defRPr sz="1875" b="0">
                <a:solidFill>
                  <a:srgbClr val="53606A"/>
                </a:solidFill>
                <a:latin typeface="Arial"/>
                <a:ea typeface="Arial"/>
                <a:cs typeface="Arial"/>
              </a:defRPr>
            </a:lvl9pPr>
          </a:lstStyle>
          <a:p>
            <a:pPr algn="l">
              <a:defRPr sz="1875" b="0">
                <a:solidFill>
                  <a:srgbClr val="53606A"/>
                </a:solidFill>
                <a:latin typeface="Arial"/>
                <a:ea typeface="Arial"/>
                <a:cs typeface="Arial"/>
              </a:defRPr>
            </a:pPr>
            <a:r>
              <a:rPr sz="1875" b="0">
                <a:solidFill>
                  <a:srgbClr val="53606A"/>
                </a:solidFill>
                <a:latin typeface="Arial"/>
                <a:ea typeface="Arial"/>
                <a:cs typeface="Arial"/>
              </a:rPr>
              <a:t>AUTOSAR layers and the CAN data path</a:t>
            </a:r>
          </a:p>
        </p:txBody>
      </p:sp>
      <p:sp>
        <p:nvSpPr>
          <p:cNvPr id="10" name="design-right-title">
            <a:extLst>
              <a:ext uri="{FF2B5EF4-FFF2-40B4-BE49-F238E27FC236}">
                <a16:creationId xmlns:a16="http://schemas.microsoft.com/office/drawing/2014/main" id="{F0FFBF61-F3D5-4160-9925-37B9BABB6CFD}"/>
              </a:ext>
            </a:extLst>
          </p:cNvPr>
          <p:cNvSpPr>
            <a:spLocks noGrp="1"/>
          </p:cNvSpPr>
          <p:nvPr/>
        </p:nvSpPr>
        <p:spPr>
          <a:xfrm>
            <a:off x="6648450" y="2162175"/>
            <a:ext cx="4857750" cy="495300"/>
          </a:xfrm>
          <a:prstGeom prst="rect">
            <a:avLst/>
          </a:prstGeom>
          <a:noFill/>
          <a:ln w="0">
            <a:noFill/>
          </a:ln>
        </p:spPr>
        <p:txBody>
          <a:bodyPr wrap="none" lIns="0" tIns="0" rIns="0" bIns="0" anchor="t">
            <a:noAutofit/>
          </a:bodyPr>
          <a:lstStyle>
            <a:defPPr algn="l">
              <a:defRPr sz="3000" b="1">
                <a:solidFill>
                  <a:srgbClr val="D5001C"/>
                </a:solidFill>
                <a:latin typeface="Arial"/>
                <a:ea typeface="Arial"/>
                <a:cs typeface="Arial"/>
              </a:defRPr>
            </a:defPPr>
            <a:lvl1pPr algn="l">
              <a:defRPr sz="3000" b="1">
                <a:solidFill>
                  <a:srgbClr val="D5001C"/>
                </a:solidFill>
                <a:latin typeface="Arial"/>
                <a:ea typeface="Arial"/>
                <a:cs typeface="Arial"/>
              </a:defRPr>
            </a:lvl1pPr>
            <a:lvl2pPr algn="l">
              <a:defRPr sz="3000" b="1">
                <a:solidFill>
                  <a:srgbClr val="D5001C"/>
                </a:solidFill>
                <a:latin typeface="Arial"/>
                <a:ea typeface="Arial"/>
                <a:cs typeface="Arial"/>
              </a:defRPr>
            </a:lvl2pPr>
            <a:lvl3pPr algn="l">
              <a:defRPr sz="3000" b="1">
                <a:solidFill>
                  <a:srgbClr val="D5001C"/>
                </a:solidFill>
                <a:latin typeface="Arial"/>
                <a:ea typeface="Arial"/>
                <a:cs typeface="Arial"/>
              </a:defRPr>
            </a:lvl3pPr>
            <a:lvl4pPr algn="l">
              <a:defRPr sz="3000" b="1">
                <a:solidFill>
                  <a:srgbClr val="D5001C"/>
                </a:solidFill>
                <a:latin typeface="Arial"/>
                <a:ea typeface="Arial"/>
                <a:cs typeface="Arial"/>
              </a:defRPr>
            </a:lvl4pPr>
            <a:lvl5pPr algn="l">
              <a:defRPr sz="3000" b="1">
                <a:solidFill>
                  <a:srgbClr val="D5001C"/>
                </a:solidFill>
                <a:latin typeface="Arial"/>
                <a:ea typeface="Arial"/>
                <a:cs typeface="Arial"/>
              </a:defRPr>
            </a:lvl5pPr>
            <a:lvl6pPr algn="l">
              <a:defRPr sz="3000" b="1">
                <a:solidFill>
                  <a:srgbClr val="D5001C"/>
                </a:solidFill>
                <a:latin typeface="Arial"/>
                <a:ea typeface="Arial"/>
                <a:cs typeface="Arial"/>
              </a:defRPr>
            </a:lvl6pPr>
            <a:lvl7pPr algn="l">
              <a:defRPr sz="3000" b="1">
                <a:solidFill>
                  <a:srgbClr val="D5001C"/>
                </a:solidFill>
                <a:latin typeface="Arial"/>
                <a:ea typeface="Arial"/>
                <a:cs typeface="Arial"/>
              </a:defRPr>
            </a:lvl7pPr>
            <a:lvl8pPr algn="l">
              <a:defRPr sz="3000" b="1">
                <a:solidFill>
                  <a:srgbClr val="D5001C"/>
                </a:solidFill>
                <a:latin typeface="Arial"/>
                <a:ea typeface="Arial"/>
                <a:cs typeface="Arial"/>
              </a:defRPr>
            </a:lvl8pPr>
            <a:lvl9pPr algn="l">
              <a:defRPr sz="3000" b="1">
                <a:solidFill>
                  <a:srgbClr val="D5001C"/>
                </a:solidFill>
                <a:latin typeface="Arial"/>
                <a:ea typeface="Arial"/>
                <a:cs typeface="Arial"/>
              </a:defRPr>
            </a:lvl9pPr>
          </a:lstStyle>
          <a:p>
            <a:pPr algn="l">
              <a:defRPr sz="3000" b="1">
                <a:solidFill>
                  <a:srgbClr val="D5001C"/>
                </a:solidFill>
                <a:latin typeface="Arial"/>
                <a:ea typeface="Arial"/>
                <a:cs typeface="Arial"/>
              </a:defRPr>
            </a:pPr>
            <a:r>
              <a:rPr sz="3000" b="1">
                <a:solidFill>
                  <a:srgbClr val="D5001C"/>
                </a:solidFill>
                <a:latin typeface="Arial"/>
                <a:ea typeface="Arial"/>
                <a:cs typeface="Arial"/>
              </a:rPr>
              <a:t>Execution plan</a:t>
            </a:r>
          </a:p>
        </p:txBody>
      </p:sp>
      <p:sp>
        <p:nvSpPr>
          <p:cNvPr id="11" name="design-imple-h">
            <a:extLst>
              <a:ext uri="{FF2B5EF4-FFF2-40B4-BE49-F238E27FC236}">
                <a16:creationId xmlns:a16="http://schemas.microsoft.com/office/drawing/2014/main" id="{DC1DCB81-29C3-47BA-9DCD-6CB631097758}"/>
              </a:ext>
            </a:extLst>
          </p:cNvPr>
          <p:cNvSpPr>
            <a:spLocks noGrp="1"/>
          </p:cNvSpPr>
          <p:nvPr/>
        </p:nvSpPr>
        <p:spPr>
          <a:xfrm>
            <a:off x="6648450" y="3067050"/>
            <a:ext cx="4857750" cy="400050"/>
          </a:xfrm>
          <a:prstGeom prst="rect">
            <a:avLst/>
          </a:prstGeom>
          <a:noFill/>
          <a:ln w="0">
            <a:noFill/>
          </a:ln>
        </p:spPr>
        <p:txBody>
          <a:bodyPr wrap="none" lIns="0" tIns="0" rIns="0" bIns="0" anchor="t">
            <a:noAutofit/>
          </a:bodyPr>
          <a:lstStyle>
            <a:defPPr algn="l">
              <a:defRPr sz="2175" b="1">
                <a:solidFill>
                  <a:srgbClr val="17232B"/>
                </a:solidFill>
                <a:latin typeface="Arial"/>
                <a:ea typeface="Arial"/>
                <a:cs typeface="Arial"/>
              </a:defRPr>
            </a:defPPr>
            <a:lvl1pPr algn="l">
              <a:defRPr sz="2175" b="1">
                <a:solidFill>
                  <a:srgbClr val="17232B"/>
                </a:solidFill>
                <a:latin typeface="Arial"/>
                <a:ea typeface="Arial"/>
                <a:cs typeface="Arial"/>
              </a:defRPr>
            </a:lvl1pPr>
            <a:lvl2pPr algn="l">
              <a:defRPr sz="2175" b="1">
                <a:solidFill>
                  <a:srgbClr val="17232B"/>
                </a:solidFill>
                <a:latin typeface="Arial"/>
                <a:ea typeface="Arial"/>
                <a:cs typeface="Arial"/>
              </a:defRPr>
            </a:lvl2pPr>
            <a:lvl3pPr algn="l">
              <a:defRPr sz="2175" b="1">
                <a:solidFill>
                  <a:srgbClr val="17232B"/>
                </a:solidFill>
                <a:latin typeface="Arial"/>
                <a:ea typeface="Arial"/>
                <a:cs typeface="Arial"/>
              </a:defRPr>
            </a:lvl3pPr>
            <a:lvl4pPr algn="l">
              <a:defRPr sz="2175" b="1">
                <a:solidFill>
                  <a:srgbClr val="17232B"/>
                </a:solidFill>
                <a:latin typeface="Arial"/>
                <a:ea typeface="Arial"/>
                <a:cs typeface="Arial"/>
              </a:defRPr>
            </a:lvl4pPr>
            <a:lvl5pPr algn="l">
              <a:defRPr sz="2175" b="1">
                <a:solidFill>
                  <a:srgbClr val="17232B"/>
                </a:solidFill>
                <a:latin typeface="Arial"/>
                <a:ea typeface="Arial"/>
                <a:cs typeface="Arial"/>
              </a:defRPr>
            </a:lvl5pPr>
            <a:lvl6pPr algn="l">
              <a:defRPr sz="2175" b="1">
                <a:solidFill>
                  <a:srgbClr val="17232B"/>
                </a:solidFill>
                <a:latin typeface="Arial"/>
                <a:ea typeface="Arial"/>
                <a:cs typeface="Arial"/>
              </a:defRPr>
            </a:lvl6pPr>
            <a:lvl7pPr algn="l">
              <a:defRPr sz="2175" b="1">
                <a:solidFill>
                  <a:srgbClr val="17232B"/>
                </a:solidFill>
                <a:latin typeface="Arial"/>
                <a:ea typeface="Arial"/>
                <a:cs typeface="Arial"/>
              </a:defRPr>
            </a:lvl7pPr>
            <a:lvl8pPr algn="l">
              <a:defRPr sz="2175" b="1">
                <a:solidFill>
                  <a:srgbClr val="17232B"/>
                </a:solidFill>
                <a:latin typeface="Arial"/>
                <a:ea typeface="Arial"/>
                <a:cs typeface="Arial"/>
              </a:defRPr>
            </a:lvl8pPr>
            <a:lvl9pPr algn="l">
              <a:defRPr sz="2175" b="1">
                <a:solidFill>
                  <a:srgbClr val="17232B"/>
                </a:solidFill>
                <a:latin typeface="Arial"/>
                <a:ea typeface="Arial"/>
                <a:cs typeface="Arial"/>
              </a:defRPr>
            </a:lvl9pPr>
          </a:lstStyle>
          <a:p>
            <a:pPr algn="l">
              <a:defRPr sz="2175" b="1">
                <a:solidFill>
                  <a:srgbClr val="17232B"/>
                </a:solidFill>
                <a:latin typeface="Arial"/>
                <a:ea typeface="Arial"/>
                <a:cs typeface="Arial"/>
              </a:defRPr>
            </a:pPr>
            <a:r>
              <a:rPr sz="2175" b="1">
                <a:solidFill>
                  <a:srgbClr val="17232B"/>
                </a:solidFill>
                <a:latin typeface="Arial"/>
                <a:ea typeface="Arial"/>
                <a:cs typeface="Arial"/>
              </a:rPr>
              <a:t>Implementation plan</a:t>
            </a:r>
          </a:p>
        </p:txBody>
      </p:sp>
      <p:sp>
        <p:nvSpPr>
          <p:cNvPr id="12" name="design-imple-b">
            <a:extLst>
              <a:ext uri="{FF2B5EF4-FFF2-40B4-BE49-F238E27FC236}">
                <a16:creationId xmlns:a16="http://schemas.microsoft.com/office/drawing/2014/main" id="{E27571D9-4B11-44E9-AA41-978BA9834C5C}"/>
              </a:ext>
            </a:extLst>
          </p:cNvPr>
          <p:cNvSpPr>
            <a:spLocks noGrp="1"/>
          </p:cNvSpPr>
          <p:nvPr/>
        </p:nvSpPr>
        <p:spPr>
          <a:xfrm>
            <a:off x="6648450" y="3505200"/>
            <a:ext cx="4857750" cy="685800"/>
          </a:xfrm>
          <a:prstGeom prst="rect">
            <a:avLst/>
          </a:prstGeom>
          <a:noFill/>
          <a:ln w="0">
            <a:noFill/>
          </a:ln>
        </p:spPr>
        <p:txBody>
          <a:bodyPr wrap="none" lIns="0" tIns="0" rIns="0" bIns="0" anchor="t">
            <a:noAutofit/>
          </a:bodyPr>
          <a:lstStyle>
            <a:defPPr algn="l">
              <a:defRPr sz="1875" b="0">
                <a:solidFill>
                  <a:srgbClr val="53606A"/>
                </a:solidFill>
                <a:latin typeface="Arial"/>
                <a:ea typeface="Arial"/>
                <a:cs typeface="Arial"/>
              </a:defRPr>
            </a:defPPr>
            <a:lvl1pPr algn="l">
              <a:defRPr sz="1875" b="0">
                <a:solidFill>
                  <a:srgbClr val="53606A"/>
                </a:solidFill>
                <a:latin typeface="Arial"/>
                <a:ea typeface="Arial"/>
                <a:cs typeface="Arial"/>
              </a:defRPr>
            </a:lvl1pPr>
            <a:lvl2pPr algn="l">
              <a:defRPr sz="1875" b="0">
                <a:solidFill>
                  <a:srgbClr val="53606A"/>
                </a:solidFill>
                <a:latin typeface="Arial"/>
                <a:ea typeface="Arial"/>
                <a:cs typeface="Arial"/>
              </a:defRPr>
            </a:lvl2pPr>
            <a:lvl3pPr algn="l">
              <a:defRPr sz="1875" b="0">
                <a:solidFill>
                  <a:srgbClr val="53606A"/>
                </a:solidFill>
                <a:latin typeface="Arial"/>
                <a:ea typeface="Arial"/>
                <a:cs typeface="Arial"/>
              </a:defRPr>
            </a:lvl3pPr>
            <a:lvl4pPr algn="l">
              <a:defRPr sz="1875" b="0">
                <a:solidFill>
                  <a:srgbClr val="53606A"/>
                </a:solidFill>
                <a:latin typeface="Arial"/>
                <a:ea typeface="Arial"/>
                <a:cs typeface="Arial"/>
              </a:defRPr>
            </a:lvl4pPr>
            <a:lvl5pPr algn="l">
              <a:defRPr sz="1875" b="0">
                <a:solidFill>
                  <a:srgbClr val="53606A"/>
                </a:solidFill>
                <a:latin typeface="Arial"/>
                <a:ea typeface="Arial"/>
                <a:cs typeface="Arial"/>
              </a:defRPr>
            </a:lvl5pPr>
            <a:lvl6pPr algn="l">
              <a:defRPr sz="1875" b="0">
                <a:solidFill>
                  <a:srgbClr val="53606A"/>
                </a:solidFill>
                <a:latin typeface="Arial"/>
                <a:ea typeface="Arial"/>
                <a:cs typeface="Arial"/>
              </a:defRPr>
            </a:lvl6pPr>
            <a:lvl7pPr algn="l">
              <a:defRPr sz="1875" b="0">
                <a:solidFill>
                  <a:srgbClr val="53606A"/>
                </a:solidFill>
                <a:latin typeface="Arial"/>
                <a:ea typeface="Arial"/>
                <a:cs typeface="Arial"/>
              </a:defRPr>
            </a:lvl7pPr>
            <a:lvl8pPr algn="l">
              <a:defRPr sz="1875" b="0">
                <a:solidFill>
                  <a:srgbClr val="53606A"/>
                </a:solidFill>
                <a:latin typeface="Arial"/>
                <a:ea typeface="Arial"/>
                <a:cs typeface="Arial"/>
              </a:defRPr>
            </a:lvl8pPr>
            <a:lvl9pPr algn="l">
              <a:defRPr sz="1875" b="0">
                <a:solidFill>
                  <a:srgbClr val="53606A"/>
                </a:solidFill>
                <a:latin typeface="Arial"/>
                <a:ea typeface="Arial"/>
                <a:cs typeface="Arial"/>
              </a:defRPr>
            </a:lvl9pPr>
          </a:lstStyle>
          <a:p>
            <a:pPr algn="l">
              <a:defRPr sz="1875" b="0">
                <a:solidFill>
                  <a:srgbClr val="53606A"/>
                </a:solidFill>
                <a:latin typeface="Arial"/>
                <a:ea typeface="Arial"/>
                <a:cs typeface="Arial"/>
              </a:defRPr>
            </a:pPr>
            <a:r>
              <a:rPr sz="1875" b="0">
                <a:solidFill>
                  <a:srgbClr val="53606A"/>
                </a:solidFill>
                <a:latin typeface="Arial"/>
                <a:ea typeface="Arial"/>
                <a:cs typeface="Arial"/>
              </a:rPr>
              <a:t>Configuration sequence and Rx / Tx mapping</a:t>
            </a:r>
          </a:p>
        </p:txBody>
      </p:sp>
      <p:sp>
        <p:nvSpPr>
          <p:cNvPr id="13" name="design-test-h">
            <a:extLst>
              <a:ext uri="{FF2B5EF4-FFF2-40B4-BE49-F238E27FC236}">
                <a16:creationId xmlns:a16="http://schemas.microsoft.com/office/drawing/2014/main" id="{62D6FDD1-19CA-48BF-BFE6-5CE4FBC2C688}"/>
              </a:ext>
            </a:extLst>
          </p:cNvPr>
          <p:cNvSpPr>
            <a:spLocks noGrp="1"/>
          </p:cNvSpPr>
          <p:nvPr/>
        </p:nvSpPr>
        <p:spPr>
          <a:xfrm>
            <a:off x="6648450" y="4476750"/>
            <a:ext cx="4857750" cy="400050"/>
          </a:xfrm>
          <a:prstGeom prst="rect">
            <a:avLst/>
          </a:prstGeom>
          <a:noFill/>
          <a:ln w="0">
            <a:noFill/>
          </a:ln>
        </p:spPr>
        <p:txBody>
          <a:bodyPr wrap="none" lIns="0" tIns="0" rIns="0" bIns="0" anchor="t">
            <a:noAutofit/>
          </a:bodyPr>
          <a:lstStyle>
            <a:defPPr algn="l">
              <a:defRPr sz="2175" b="1">
                <a:solidFill>
                  <a:srgbClr val="17232B"/>
                </a:solidFill>
                <a:latin typeface="Arial"/>
                <a:ea typeface="Arial"/>
                <a:cs typeface="Arial"/>
              </a:defRPr>
            </a:defPPr>
            <a:lvl1pPr algn="l">
              <a:defRPr sz="2175" b="1">
                <a:solidFill>
                  <a:srgbClr val="17232B"/>
                </a:solidFill>
                <a:latin typeface="Arial"/>
                <a:ea typeface="Arial"/>
                <a:cs typeface="Arial"/>
              </a:defRPr>
            </a:lvl1pPr>
            <a:lvl2pPr algn="l">
              <a:defRPr sz="2175" b="1">
                <a:solidFill>
                  <a:srgbClr val="17232B"/>
                </a:solidFill>
                <a:latin typeface="Arial"/>
                <a:ea typeface="Arial"/>
                <a:cs typeface="Arial"/>
              </a:defRPr>
            </a:lvl2pPr>
            <a:lvl3pPr algn="l">
              <a:defRPr sz="2175" b="1">
                <a:solidFill>
                  <a:srgbClr val="17232B"/>
                </a:solidFill>
                <a:latin typeface="Arial"/>
                <a:ea typeface="Arial"/>
                <a:cs typeface="Arial"/>
              </a:defRPr>
            </a:lvl3pPr>
            <a:lvl4pPr algn="l">
              <a:defRPr sz="2175" b="1">
                <a:solidFill>
                  <a:srgbClr val="17232B"/>
                </a:solidFill>
                <a:latin typeface="Arial"/>
                <a:ea typeface="Arial"/>
                <a:cs typeface="Arial"/>
              </a:defRPr>
            </a:lvl4pPr>
            <a:lvl5pPr algn="l">
              <a:defRPr sz="2175" b="1">
                <a:solidFill>
                  <a:srgbClr val="17232B"/>
                </a:solidFill>
                <a:latin typeface="Arial"/>
                <a:ea typeface="Arial"/>
                <a:cs typeface="Arial"/>
              </a:defRPr>
            </a:lvl5pPr>
            <a:lvl6pPr algn="l">
              <a:defRPr sz="2175" b="1">
                <a:solidFill>
                  <a:srgbClr val="17232B"/>
                </a:solidFill>
                <a:latin typeface="Arial"/>
                <a:ea typeface="Arial"/>
                <a:cs typeface="Arial"/>
              </a:defRPr>
            </a:lvl6pPr>
            <a:lvl7pPr algn="l">
              <a:defRPr sz="2175" b="1">
                <a:solidFill>
                  <a:srgbClr val="17232B"/>
                </a:solidFill>
                <a:latin typeface="Arial"/>
                <a:ea typeface="Arial"/>
                <a:cs typeface="Arial"/>
              </a:defRPr>
            </a:lvl7pPr>
            <a:lvl8pPr algn="l">
              <a:defRPr sz="2175" b="1">
                <a:solidFill>
                  <a:srgbClr val="17232B"/>
                </a:solidFill>
                <a:latin typeface="Arial"/>
                <a:ea typeface="Arial"/>
                <a:cs typeface="Arial"/>
              </a:defRPr>
            </a:lvl8pPr>
            <a:lvl9pPr algn="l">
              <a:defRPr sz="2175" b="1">
                <a:solidFill>
                  <a:srgbClr val="17232B"/>
                </a:solidFill>
                <a:latin typeface="Arial"/>
                <a:ea typeface="Arial"/>
                <a:cs typeface="Arial"/>
              </a:defRPr>
            </a:lvl9pPr>
          </a:lstStyle>
          <a:p>
            <a:pPr algn="l">
              <a:defRPr sz="2175" b="1">
                <a:solidFill>
                  <a:srgbClr val="17232B"/>
                </a:solidFill>
                <a:latin typeface="Arial"/>
                <a:ea typeface="Arial"/>
                <a:cs typeface="Arial"/>
              </a:defRPr>
            </a:pPr>
            <a:r>
              <a:rPr sz="2175" b="1">
                <a:solidFill>
                  <a:srgbClr val="17232B"/>
                </a:solidFill>
                <a:latin typeface="Arial"/>
                <a:ea typeface="Arial"/>
                <a:cs typeface="Arial"/>
              </a:rPr>
              <a:t>Test plan</a:t>
            </a:r>
          </a:p>
        </p:txBody>
      </p:sp>
      <p:sp>
        <p:nvSpPr>
          <p:cNvPr id="14" name="design-test-b">
            <a:extLst>
              <a:ext uri="{FF2B5EF4-FFF2-40B4-BE49-F238E27FC236}">
                <a16:creationId xmlns:a16="http://schemas.microsoft.com/office/drawing/2014/main" id="{48CEA101-854F-4BDF-97FD-AAFDB51A7619}"/>
              </a:ext>
            </a:extLst>
          </p:cNvPr>
          <p:cNvSpPr>
            <a:spLocks noGrp="1"/>
          </p:cNvSpPr>
          <p:nvPr/>
        </p:nvSpPr>
        <p:spPr>
          <a:xfrm>
            <a:off x="6648450" y="4914900"/>
            <a:ext cx="4857750" cy="685800"/>
          </a:xfrm>
          <a:prstGeom prst="rect">
            <a:avLst/>
          </a:prstGeom>
          <a:noFill/>
          <a:ln w="0">
            <a:noFill/>
          </a:ln>
        </p:spPr>
        <p:txBody>
          <a:bodyPr wrap="none" lIns="0" tIns="0" rIns="0" bIns="0" anchor="t">
            <a:noAutofit/>
          </a:bodyPr>
          <a:lstStyle>
            <a:defPPr algn="l">
              <a:defRPr sz="1875" b="0">
                <a:solidFill>
                  <a:srgbClr val="53606A"/>
                </a:solidFill>
                <a:latin typeface="Arial"/>
                <a:ea typeface="Arial"/>
                <a:cs typeface="Arial"/>
              </a:defRPr>
            </a:defPPr>
            <a:lvl1pPr algn="l">
              <a:defRPr sz="1875" b="0">
                <a:solidFill>
                  <a:srgbClr val="53606A"/>
                </a:solidFill>
                <a:latin typeface="Arial"/>
                <a:ea typeface="Arial"/>
                <a:cs typeface="Arial"/>
              </a:defRPr>
            </a:lvl1pPr>
            <a:lvl2pPr algn="l">
              <a:defRPr sz="1875" b="0">
                <a:solidFill>
                  <a:srgbClr val="53606A"/>
                </a:solidFill>
                <a:latin typeface="Arial"/>
                <a:ea typeface="Arial"/>
                <a:cs typeface="Arial"/>
              </a:defRPr>
            </a:lvl2pPr>
            <a:lvl3pPr algn="l">
              <a:defRPr sz="1875" b="0">
                <a:solidFill>
                  <a:srgbClr val="53606A"/>
                </a:solidFill>
                <a:latin typeface="Arial"/>
                <a:ea typeface="Arial"/>
                <a:cs typeface="Arial"/>
              </a:defRPr>
            </a:lvl3pPr>
            <a:lvl4pPr algn="l">
              <a:defRPr sz="1875" b="0">
                <a:solidFill>
                  <a:srgbClr val="53606A"/>
                </a:solidFill>
                <a:latin typeface="Arial"/>
                <a:ea typeface="Arial"/>
                <a:cs typeface="Arial"/>
              </a:defRPr>
            </a:lvl4pPr>
            <a:lvl5pPr algn="l">
              <a:defRPr sz="1875" b="0">
                <a:solidFill>
                  <a:srgbClr val="53606A"/>
                </a:solidFill>
                <a:latin typeface="Arial"/>
                <a:ea typeface="Arial"/>
                <a:cs typeface="Arial"/>
              </a:defRPr>
            </a:lvl5pPr>
            <a:lvl6pPr algn="l">
              <a:defRPr sz="1875" b="0">
                <a:solidFill>
                  <a:srgbClr val="53606A"/>
                </a:solidFill>
                <a:latin typeface="Arial"/>
                <a:ea typeface="Arial"/>
                <a:cs typeface="Arial"/>
              </a:defRPr>
            </a:lvl6pPr>
            <a:lvl7pPr algn="l">
              <a:defRPr sz="1875" b="0">
                <a:solidFill>
                  <a:srgbClr val="53606A"/>
                </a:solidFill>
                <a:latin typeface="Arial"/>
                <a:ea typeface="Arial"/>
                <a:cs typeface="Arial"/>
              </a:defRPr>
            </a:lvl7pPr>
            <a:lvl8pPr algn="l">
              <a:defRPr sz="1875" b="0">
                <a:solidFill>
                  <a:srgbClr val="53606A"/>
                </a:solidFill>
                <a:latin typeface="Arial"/>
                <a:ea typeface="Arial"/>
                <a:cs typeface="Arial"/>
              </a:defRPr>
            </a:lvl8pPr>
            <a:lvl9pPr algn="l">
              <a:defRPr sz="1875" b="0">
                <a:solidFill>
                  <a:srgbClr val="53606A"/>
                </a:solidFill>
                <a:latin typeface="Arial"/>
                <a:ea typeface="Arial"/>
                <a:cs typeface="Arial"/>
              </a:defRPr>
            </a:lvl9pPr>
          </a:lstStyle>
          <a:p>
            <a:pPr algn="l">
              <a:defRPr sz="1875" b="0">
                <a:solidFill>
                  <a:srgbClr val="53606A"/>
                </a:solidFill>
                <a:latin typeface="Arial"/>
                <a:ea typeface="Arial"/>
                <a:cs typeface="Arial"/>
              </a:defRPr>
            </a:pPr>
            <a:r>
              <a:rPr sz="1875" b="0">
                <a:solidFill>
                  <a:srgbClr val="53606A"/>
                </a:solidFill>
                <a:latin typeface="Arial"/>
                <a:ea typeface="Arial"/>
                <a:cs typeface="Arial"/>
              </a:rPr>
              <a:t>Test cases linked to each requirement</a:t>
            </a:r>
          </a:p>
        </p:txBody>
      </p:sp>
    </p:spTree>
    <p:extLst>
      <p:ext uri="{BB962C8B-B14F-4D97-AF65-F5344CB8AC3E}">
        <p14:creationId xmlns:p14="http://schemas.microsoft.com/office/powerpoint/2010/main" val="549362130"/>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childTnLst>
                                </p:cTn>
                              </p:par>
                            </p:childTnLst>
                          </p:cTn>
                        </p:par>
                        <p:par>
                          <p:cTn id="8" fill="hold">
                            <p:stCondLst>
                              <p:cond delay="0"/>
                            </p:stCondLst>
                            <p:childTnLst>
                              <p:par>
                                <p:cTn id="9" presetID="10"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20"/>
                                        <p:tgtEl>
                                          <p:spTgt spid="6"/>
                                        </p:tgtEl>
                                      </p:cBhvr>
                                    </p:animEffect>
                                  </p:childTnLst>
                                </p:cTn>
                              </p:par>
                            </p:childTnLst>
                          </p:cTn>
                        </p:par>
                        <p:par>
                          <p:cTn id="12" fill="hold">
                            <p:stCondLst>
                              <p:cond delay="0"/>
                            </p:stCondLst>
                            <p:childTnLst>
                              <p:par>
                                <p:cTn id="13" presetID="10"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20"/>
                                        <p:tgtEl>
                                          <p:spTgt spid="7"/>
                                        </p:tgtEl>
                                      </p:cBhvr>
                                    </p:animEffect>
                                  </p:childTnLst>
                                </p:cTn>
                              </p:par>
                            </p:childTnLst>
                          </p:cTn>
                        </p:par>
                        <p:par>
                          <p:cTn id="16" fill="hold">
                            <p:stCondLst>
                              <p:cond delay="0"/>
                            </p:stCondLst>
                            <p:childTnLst>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20"/>
                                        <p:tgtEl>
                                          <p:spTgt spid="8"/>
                                        </p:tgtEl>
                                      </p:cBhvr>
                                    </p:animEffect>
                                  </p:childTnLst>
                                </p:cTn>
                              </p:par>
                            </p:childTnLst>
                          </p:cTn>
                        </p:par>
                        <p:par>
                          <p:cTn id="20" fill="hold">
                            <p:stCondLst>
                              <p:cond delay="0"/>
                            </p:stCondLst>
                            <p:childTnLst>
                              <p:par>
                                <p:cTn id="21" presetID="10"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2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20"/>
                                        <p:tgtEl>
                                          <p:spTgt spid="10"/>
                                        </p:tgtEl>
                                      </p:cBhvr>
                                    </p:animEffect>
                                  </p:childTnLst>
                                </p:cTn>
                              </p:par>
                            </p:childTnLst>
                          </p:cTn>
                        </p:par>
                        <p:par>
                          <p:cTn id="29" fill="hold">
                            <p:stCondLst>
                              <p:cond delay="0"/>
                            </p:stCondLst>
                            <p:childTnLst>
                              <p:par>
                                <p:cTn id="30" presetID="10"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20"/>
                                        <p:tgtEl>
                                          <p:spTgt spid="11"/>
                                        </p:tgtEl>
                                      </p:cBhvr>
                                    </p:animEffect>
                                  </p:childTnLst>
                                </p:cTn>
                              </p:par>
                            </p:childTnLst>
                          </p:cTn>
                        </p:par>
                        <p:par>
                          <p:cTn id="33" fill="hold">
                            <p:stCondLst>
                              <p:cond delay="0"/>
                            </p:stCondLst>
                            <p:childTnLst>
                              <p:par>
                                <p:cTn id="34" presetID="10" presetClass="entr" presetSubtype="0" fill="hold"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420"/>
                                        <p:tgtEl>
                                          <p:spTgt spid="12"/>
                                        </p:tgtEl>
                                      </p:cBhvr>
                                    </p:animEffect>
                                  </p:childTnLst>
                                </p:cTn>
                              </p:par>
                            </p:childTnLst>
                          </p:cTn>
                        </p:par>
                        <p:par>
                          <p:cTn id="37" fill="hold">
                            <p:stCondLst>
                              <p:cond delay="0"/>
                            </p:stCondLst>
                            <p:childTnLst>
                              <p:par>
                                <p:cTn id="38" presetID="10" presetClass="entr" presetSubtype="0" fill="hold"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420"/>
                                        <p:tgtEl>
                                          <p:spTgt spid="13"/>
                                        </p:tgtEl>
                                      </p:cBhvr>
                                    </p:animEffect>
                                  </p:childTnLst>
                                </p:cTn>
                              </p:par>
                            </p:childTnLst>
                          </p:cTn>
                        </p:par>
                        <p:par>
                          <p:cTn id="41" fill="hold">
                            <p:stCondLst>
                              <p:cond delay="0"/>
                            </p:stCondLst>
                            <p:childTnLst>
                              <p:par>
                                <p:cTn id="42" presetID="10" presetClass="entr" presetSubtype="0" fill="hold"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42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hase">
            <a:extLst>
              <a:ext uri="{FF2B5EF4-FFF2-40B4-BE49-F238E27FC236}">
                <a16:creationId xmlns:a16="http://schemas.microsoft.com/office/drawing/2014/main" id="{DF32BB95-074A-4EE8-828B-A57C6C8334F9}"/>
              </a:ext>
            </a:extLst>
          </p:cNvPr>
          <p:cNvSpPr>
            <a:spLocks noGrp="1"/>
          </p:cNvSpPr>
          <p:nvPr/>
        </p:nvSpPr>
        <p:spPr>
          <a:xfrm>
            <a:off x="685800" y="438150"/>
            <a:ext cx="10001250" cy="247650"/>
          </a:xfrm>
          <a:prstGeom prst="rect">
            <a:avLst/>
          </a:prstGeom>
          <a:noFill/>
          <a:ln w="0">
            <a:noFill/>
          </a:ln>
        </p:spPr>
        <p:txBody>
          <a:bodyPr wrap="none" lIns="0" tIns="0" rIns="0" bIns="0" anchor="t">
            <a:noAutofit/>
          </a:bodyPr>
          <a:lstStyle>
            <a:defPPr algn="l">
              <a:defRPr sz="1350" b="1">
                <a:solidFill>
                  <a:srgbClr val="D5001C"/>
                </a:solidFill>
                <a:latin typeface="Arial"/>
                <a:ea typeface="Arial"/>
                <a:cs typeface="Arial"/>
              </a:defRPr>
            </a:defPPr>
            <a:lvl1pPr algn="l">
              <a:defRPr sz="1350" b="1">
                <a:solidFill>
                  <a:srgbClr val="D5001C"/>
                </a:solidFill>
                <a:latin typeface="Arial"/>
                <a:ea typeface="Arial"/>
                <a:cs typeface="Arial"/>
              </a:defRPr>
            </a:lvl1pPr>
            <a:lvl2pPr algn="l">
              <a:defRPr sz="1350" b="1">
                <a:solidFill>
                  <a:srgbClr val="D5001C"/>
                </a:solidFill>
                <a:latin typeface="Arial"/>
                <a:ea typeface="Arial"/>
                <a:cs typeface="Arial"/>
              </a:defRPr>
            </a:lvl2pPr>
            <a:lvl3pPr algn="l">
              <a:defRPr sz="1350" b="1">
                <a:solidFill>
                  <a:srgbClr val="D5001C"/>
                </a:solidFill>
                <a:latin typeface="Arial"/>
                <a:ea typeface="Arial"/>
                <a:cs typeface="Arial"/>
              </a:defRPr>
            </a:lvl3pPr>
            <a:lvl4pPr algn="l">
              <a:defRPr sz="1350" b="1">
                <a:solidFill>
                  <a:srgbClr val="D5001C"/>
                </a:solidFill>
                <a:latin typeface="Arial"/>
                <a:ea typeface="Arial"/>
                <a:cs typeface="Arial"/>
              </a:defRPr>
            </a:lvl4pPr>
            <a:lvl5pPr algn="l">
              <a:defRPr sz="1350" b="1">
                <a:solidFill>
                  <a:srgbClr val="D5001C"/>
                </a:solidFill>
                <a:latin typeface="Arial"/>
                <a:ea typeface="Arial"/>
                <a:cs typeface="Arial"/>
              </a:defRPr>
            </a:lvl5pPr>
            <a:lvl6pPr algn="l">
              <a:defRPr sz="1350" b="1">
                <a:solidFill>
                  <a:srgbClr val="D5001C"/>
                </a:solidFill>
                <a:latin typeface="Arial"/>
                <a:ea typeface="Arial"/>
                <a:cs typeface="Arial"/>
              </a:defRPr>
            </a:lvl6pPr>
            <a:lvl7pPr algn="l">
              <a:defRPr sz="1350" b="1">
                <a:solidFill>
                  <a:srgbClr val="D5001C"/>
                </a:solidFill>
                <a:latin typeface="Arial"/>
                <a:ea typeface="Arial"/>
                <a:cs typeface="Arial"/>
              </a:defRPr>
            </a:lvl7pPr>
            <a:lvl8pPr algn="l">
              <a:defRPr sz="1350" b="1">
                <a:solidFill>
                  <a:srgbClr val="D5001C"/>
                </a:solidFill>
                <a:latin typeface="Arial"/>
                <a:ea typeface="Arial"/>
                <a:cs typeface="Arial"/>
              </a:defRPr>
            </a:lvl8pPr>
            <a:lvl9pPr algn="l">
              <a:defRPr sz="1350" b="1">
                <a:solidFill>
                  <a:srgbClr val="D5001C"/>
                </a:solidFill>
                <a:latin typeface="Arial"/>
                <a:ea typeface="Arial"/>
                <a:cs typeface="Arial"/>
              </a:defRPr>
            </a:lvl9pPr>
          </a:lstStyle>
          <a:p>
            <a:pPr algn="l">
              <a:defRPr sz="1350" b="1">
                <a:solidFill>
                  <a:srgbClr val="D5001C"/>
                </a:solidFill>
                <a:latin typeface="Arial"/>
                <a:ea typeface="Arial"/>
                <a:cs typeface="Arial"/>
              </a:defRPr>
            </a:pPr>
            <a:r>
              <a:rPr sz="1350" b="1">
                <a:solidFill>
                  <a:srgbClr val="D5001C"/>
                </a:solidFill>
                <a:latin typeface="Arial"/>
                <a:ea typeface="Arial"/>
                <a:cs typeface="Arial"/>
              </a:rPr>
              <a:t>03   PAS BSW</a:t>
            </a:r>
          </a:p>
        </p:txBody>
      </p:sp>
      <p:sp>
        <p:nvSpPr>
          <p:cNvPr id="3" name="title">
            <a:extLst>
              <a:ext uri="{FF2B5EF4-FFF2-40B4-BE49-F238E27FC236}">
                <a16:creationId xmlns:a16="http://schemas.microsoft.com/office/drawing/2014/main" id="{5FAD73CB-1EFB-4105-92DB-C025BAA7078A}"/>
              </a:ext>
            </a:extLst>
          </p:cNvPr>
          <p:cNvSpPr>
            <a:spLocks noGrp="1"/>
          </p:cNvSpPr>
          <p:nvPr/>
        </p:nvSpPr>
        <p:spPr>
          <a:xfrm>
            <a:off x="685800" y="914400"/>
            <a:ext cx="10763250" cy="742950"/>
          </a:xfrm>
          <a:prstGeom prst="rect">
            <a:avLst/>
          </a:prstGeom>
          <a:noFill/>
          <a:ln w="0">
            <a:noFill/>
          </a:ln>
        </p:spPr>
        <p:txBody>
          <a:bodyPr wrap="none" lIns="0" tIns="0" rIns="0" bIns="0" anchor="t">
            <a:noAutofit/>
          </a:bodyPr>
          <a:lstStyle>
            <a:defPPr algn="l">
              <a:defRPr sz="4800" b="1">
                <a:solidFill>
                  <a:srgbClr val="17232B"/>
                </a:solidFill>
                <a:latin typeface="Arial"/>
                <a:ea typeface="Arial"/>
                <a:cs typeface="Arial"/>
              </a:defRPr>
            </a:defPPr>
            <a:lvl1pPr algn="l">
              <a:defRPr sz="4800" b="1">
                <a:solidFill>
                  <a:srgbClr val="17232B"/>
                </a:solidFill>
                <a:latin typeface="Arial"/>
                <a:ea typeface="Arial"/>
                <a:cs typeface="Arial"/>
              </a:defRPr>
            </a:lvl1pPr>
            <a:lvl2pPr algn="l">
              <a:defRPr sz="4800" b="1">
                <a:solidFill>
                  <a:srgbClr val="17232B"/>
                </a:solidFill>
                <a:latin typeface="Arial"/>
                <a:ea typeface="Arial"/>
                <a:cs typeface="Arial"/>
              </a:defRPr>
            </a:lvl2pPr>
            <a:lvl3pPr algn="l">
              <a:defRPr sz="4800" b="1">
                <a:solidFill>
                  <a:srgbClr val="17232B"/>
                </a:solidFill>
                <a:latin typeface="Arial"/>
                <a:ea typeface="Arial"/>
                <a:cs typeface="Arial"/>
              </a:defRPr>
            </a:lvl3pPr>
            <a:lvl4pPr algn="l">
              <a:defRPr sz="4800" b="1">
                <a:solidFill>
                  <a:srgbClr val="17232B"/>
                </a:solidFill>
                <a:latin typeface="Arial"/>
                <a:ea typeface="Arial"/>
                <a:cs typeface="Arial"/>
              </a:defRPr>
            </a:lvl4pPr>
            <a:lvl5pPr algn="l">
              <a:defRPr sz="4800" b="1">
                <a:solidFill>
                  <a:srgbClr val="17232B"/>
                </a:solidFill>
                <a:latin typeface="Arial"/>
                <a:ea typeface="Arial"/>
                <a:cs typeface="Arial"/>
              </a:defRPr>
            </a:lvl5pPr>
            <a:lvl6pPr algn="l">
              <a:defRPr sz="4800" b="1">
                <a:solidFill>
                  <a:srgbClr val="17232B"/>
                </a:solidFill>
                <a:latin typeface="Arial"/>
                <a:ea typeface="Arial"/>
                <a:cs typeface="Arial"/>
              </a:defRPr>
            </a:lvl6pPr>
            <a:lvl7pPr algn="l">
              <a:defRPr sz="4800" b="1">
                <a:solidFill>
                  <a:srgbClr val="17232B"/>
                </a:solidFill>
                <a:latin typeface="Arial"/>
                <a:ea typeface="Arial"/>
                <a:cs typeface="Arial"/>
              </a:defRPr>
            </a:lvl7pPr>
            <a:lvl8pPr algn="l">
              <a:defRPr sz="4800" b="1">
                <a:solidFill>
                  <a:srgbClr val="17232B"/>
                </a:solidFill>
                <a:latin typeface="Arial"/>
                <a:ea typeface="Arial"/>
                <a:cs typeface="Arial"/>
              </a:defRPr>
            </a:lvl8pPr>
            <a:lvl9pPr algn="l">
              <a:defRPr sz="4800" b="1">
                <a:solidFill>
                  <a:srgbClr val="17232B"/>
                </a:solidFill>
                <a:latin typeface="Arial"/>
                <a:ea typeface="Arial"/>
                <a:cs typeface="Arial"/>
              </a:defRPr>
            </a:lvl9pPr>
          </a:lstStyle>
          <a:p>
            <a:pPr algn="l">
              <a:defRPr sz="4800" b="1">
                <a:solidFill>
                  <a:srgbClr val="17232B"/>
                </a:solidFill>
                <a:latin typeface="Arial"/>
                <a:ea typeface="Arial"/>
                <a:cs typeface="Arial"/>
              </a:defRPr>
            </a:pPr>
            <a:r>
              <a:rPr sz="4800" b="1">
                <a:solidFill>
                  <a:srgbClr val="17232B"/>
                </a:solidFill>
                <a:latin typeface="Arial"/>
                <a:ea typeface="Arial"/>
                <a:cs typeface="Arial"/>
              </a:rPr>
              <a:t>Implementation</a:t>
            </a:r>
          </a:p>
        </p:txBody>
      </p:sp>
      <p:sp>
        <p:nvSpPr>
          <p:cNvPr id="4" name="page">
            <a:extLst>
              <a:ext uri="{FF2B5EF4-FFF2-40B4-BE49-F238E27FC236}">
                <a16:creationId xmlns:a16="http://schemas.microsoft.com/office/drawing/2014/main" id="{7B75340C-4A93-4409-ABB3-DEECB75F0441}"/>
              </a:ext>
            </a:extLst>
          </p:cNvPr>
          <p:cNvSpPr>
            <a:spLocks noGrp="1"/>
          </p:cNvSpPr>
          <p:nvPr/>
        </p:nvSpPr>
        <p:spPr>
          <a:xfrm>
            <a:off x="11049000" y="6210300"/>
            <a:ext cx="457200" cy="266700"/>
          </a:xfrm>
          <a:prstGeom prst="rect">
            <a:avLst/>
          </a:prstGeom>
          <a:noFill/>
          <a:ln w="0">
            <a:noFill/>
          </a:ln>
        </p:spPr>
        <p:txBody>
          <a:bodyPr wrap="none" lIns="0" tIns="0" rIns="0" bIns="0" anchor="t">
            <a:noAutofit/>
          </a:bodyPr>
          <a:lstStyle>
            <a:defPPr algn="l">
              <a:defRPr sz="1275" b="0">
                <a:solidFill>
                  <a:srgbClr val="53606A"/>
                </a:solidFill>
                <a:latin typeface="Arial"/>
                <a:ea typeface="Arial"/>
                <a:cs typeface="Arial"/>
              </a:defRPr>
            </a:defPPr>
            <a:lvl1pPr algn="l">
              <a:defRPr sz="1275" b="0">
                <a:solidFill>
                  <a:srgbClr val="53606A"/>
                </a:solidFill>
                <a:latin typeface="Arial"/>
                <a:ea typeface="Arial"/>
                <a:cs typeface="Arial"/>
              </a:defRPr>
            </a:lvl1pPr>
            <a:lvl2pPr algn="l">
              <a:defRPr sz="1275" b="0">
                <a:solidFill>
                  <a:srgbClr val="53606A"/>
                </a:solidFill>
                <a:latin typeface="Arial"/>
                <a:ea typeface="Arial"/>
                <a:cs typeface="Arial"/>
              </a:defRPr>
            </a:lvl2pPr>
            <a:lvl3pPr algn="l">
              <a:defRPr sz="1275" b="0">
                <a:solidFill>
                  <a:srgbClr val="53606A"/>
                </a:solidFill>
                <a:latin typeface="Arial"/>
                <a:ea typeface="Arial"/>
                <a:cs typeface="Arial"/>
              </a:defRPr>
            </a:lvl3pPr>
            <a:lvl4pPr algn="l">
              <a:defRPr sz="1275" b="0">
                <a:solidFill>
                  <a:srgbClr val="53606A"/>
                </a:solidFill>
                <a:latin typeface="Arial"/>
                <a:ea typeface="Arial"/>
                <a:cs typeface="Arial"/>
              </a:defRPr>
            </a:lvl4pPr>
            <a:lvl5pPr algn="l">
              <a:defRPr sz="1275" b="0">
                <a:solidFill>
                  <a:srgbClr val="53606A"/>
                </a:solidFill>
                <a:latin typeface="Arial"/>
                <a:ea typeface="Arial"/>
                <a:cs typeface="Arial"/>
              </a:defRPr>
            </a:lvl5pPr>
            <a:lvl6pPr algn="l">
              <a:defRPr sz="1275" b="0">
                <a:solidFill>
                  <a:srgbClr val="53606A"/>
                </a:solidFill>
                <a:latin typeface="Arial"/>
                <a:ea typeface="Arial"/>
                <a:cs typeface="Arial"/>
              </a:defRPr>
            </a:lvl6pPr>
            <a:lvl7pPr algn="l">
              <a:defRPr sz="1275" b="0">
                <a:solidFill>
                  <a:srgbClr val="53606A"/>
                </a:solidFill>
                <a:latin typeface="Arial"/>
                <a:ea typeface="Arial"/>
                <a:cs typeface="Arial"/>
              </a:defRPr>
            </a:lvl7pPr>
            <a:lvl8pPr algn="l">
              <a:defRPr sz="1275" b="0">
                <a:solidFill>
                  <a:srgbClr val="53606A"/>
                </a:solidFill>
                <a:latin typeface="Arial"/>
                <a:ea typeface="Arial"/>
                <a:cs typeface="Arial"/>
              </a:defRPr>
            </a:lvl8pPr>
            <a:lvl9pPr algn="l">
              <a:defRPr sz="1275" b="0">
                <a:solidFill>
                  <a:srgbClr val="53606A"/>
                </a:solidFill>
                <a:latin typeface="Arial"/>
                <a:ea typeface="Arial"/>
                <a:cs typeface="Arial"/>
              </a:defRPr>
            </a:lvl9pPr>
          </a:lstStyle>
          <a:p>
            <a:pPr algn="l">
              <a:defRPr sz="1275" b="0">
                <a:solidFill>
                  <a:srgbClr val="53606A"/>
                </a:solidFill>
                <a:latin typeface="Arial"/>
                <a:ea typeface="Arial"/>
                <a:cs typeface="Arial"/>
              </a:defRPr>
            </a:pPr>
            <a:r>
              <a:rPr sz="1275" b="0">
                <a:solidFill>
                  <a:srgbClr val="53606A"/>
                </a:solidFill>
                <a:latin typeface="Arial"/>
                <a:ea typeface="Arial"/>
                <a:cs typeface="Arial"/>
              </a:rPr>
              <a:t>05</a:t>
            </a:r>
          </a:p>
        </p:txBody>
      </p:sp>
      <p:sp>
        <p:nvSpPr>
          <p:cNvPr id="5" name="implementation-sub">
            <a:extLst>
              <a:ext uri="{FF2B5EF4-FFF2-40B4-BE49-F238E27FC236}">
                <a16:creationId xmlns:a16="http://schemas.microsoft.com/office/drawing/2014/main" id="{9912F753-8F03-4363-8ECB-C3ACC06A28C7}"/>
              </a:ext>
            </a:extLst>
          </p:cNvPr>
          <p:cNvSpPr>
            <a:spLocks noGrp="1"/>
          </p:cNvSpPr>
          <p:nvPr/>
        </p:nvSpPr>
        <p:spPr>
          <a:xfrm>
            <a:off x="685800" y="1943100"/>
            <a:ext cx="10820400" cy="476250"/>
          </a:xfrm>
          <a:prstGeom prst="rect">
            <a:avLst/>
          </a:prstGeom>
          <a:noFill/>
          <a:ln w="0">
            <a:noFill/>
          </a:ln>
        </p:spPr>
        <p:txBody>
          <a:bodyPr wrap="none" lIns="0" tIns="0" rIns="0" bIns="0" anchor="t">
            <a:noAutofit/>
          </a:bodyPr>
          <a:lstStyle>
            <a:defPPr algn="l">
              <a:defRPr sz="2700" b="0">
                <a:solidFill>
                  <a:srgbClr val="53606A"/>
                </a:solidFill>
                <a:latin typeface="Arial"/>
                <a:ea typeface="Arial"/>
                <a:cs typeface="Arial"/>
              </a:defRPr>
            </a:defPPr>
            <a:lvl1pPr algn="l">
              <a:defRPr sz="2700" b="0">
                <a:solidFill>
                  <a:srgbClr val="53606A"/>
                </a:solidFill>
                <a:latin typeface="Arial"/>
                <a:ea typeface="Arial"/>
                <a:cs typeface="Arial"/>
              </a:defRPr>
            </a:lvl1pPr>
            <a:lvl2pPr algn="l">
              <a:defRPr sz="2700" b="0">
                <a:solidFill>
                  <a:srgbClr val="53606A"/>
                </a:solidFill>
                <a:latin typeface="Arial"/>
                <a:ea typeface="Arial"/>
                <a:cs typeface="Arial"/>
              </a:defRPr>
            </a:lvl2pPr>
            <a:lvl3pPr algn="l">
              <a:defRPr sz="2700" b="0">
                <a:solidFill>
                  <a:srgbClr val="53606A"/>
                </a:solidFill>
                <a:latin typeface="Arial"/>
                <a:ea typeface="Arial"/>
                <a:cs typeface="Arial"/>
              </a:defRPr>
            </a:lvl3pPr>
            <a:lvl4pPr algn="l">
              <a:defRPr sz="2700" b="0">
                <a:solidFill>
                  <a:srgbClr val="53606A"/>
                </a:solidFill>
                <a:latin typeface="Arial"/>
                <a:ea typeface="Arial"/>
                <a:cs typeface="Arial"/>
              </a:defRPr>
            </a:lvl4pPr>
            <a:lvl5pPr algn="l">
              <a:defRPr sz="2700" b="0">
                <a:solidFill>
                  <a:srgbClr val="53606A"/>
                </a:solidFill>
                <a:latin typeface="Arial"/>
                <a:ea typeface="Arial"/>
                <a:cs typeface="Arial"/>
              </a:defRPr>
            </a:lvl5pPr>
            <a:lvl6pPr algn="l">
              <a:defRPr sz="2700" b="0">
                <a:solidFill>
                  <a:srgbClr val="53606A"/>
                </a:solidFill>
                <a:latin typeface="Arial"/>
                <a:ea typeface="Arial"/>
                <a:cs typeface="Arial"/>
              </a:defRPr>
            </a:lvl6pPr>
            <a:lvl7pPr algn="l">
              <a:defRPr sz="2700" b="0">
                <a:solidFill>
                  <a:srgbClr val="53606A"/>
                </a:solidFill>
                <a:latin typeface="Arial"/>
                <a:ea typeface="Arial"/>
                <a:cs typeface="Arial"/>
              </a:defRPr>
            </a:lvl7pPr>
            <a:lvl8pPr algn="l">
              <a:defRPr sz="2700" b="0">
                <a:solidFill>
                  <a:srgbClr val="53606A"/>
                </a:solidFill>
                <a:latin typeface="Arial"/>
                <a:ea typeface="Arial"/>
                <a:cs typeface="Arial"/>
              </a:defRPr>
            </a:lvl8pPr>
            <a:lvl9pPr algn="l">
              <a:defRPr sz="2700" b="0">
                <a:solidFill>
                  <a:srgbClr val="53606A"/>
                </a:solidFill>
                <a:latin typeface="Arial"/>
                <a:ea typeface="Arial"/>
                <a:cs typeface="Arial"/>
              </a:defRPr>
            </a:lvl9pPr>
          </a:lstStyle>
          <a:p>
            <a:pPr algn="l">
              <a:defRPr sz="2700" b="0">
                <a:solidFill>
                  <a:srgbClr val="53606A"/>
                </a:solidFill>
                <a:latin typeface="Arial"/>
                <a:ea typeface="Arial"/>
                <a:cs typeface="Arial"/>
              </a:defRPr>
            </a:pPr>
            <a:r>
              <a:rPr sz="2700" b="0">
                <a:solidFill>
                  <a:srgbClr val="53606A"/>
                </a:solidFill>
                <a:latin typeface="Arial"/>
                <a:ea typeface="Arial"/>
                <a:cs typeface="Arial"/>
              </a:rPr>
              <a:t>CAN configuration sequence</a:t>
            </a:r>
          </a:p>
        </p:txBody>
      </p:sp>
      <p:sp>
        <p:nvSpPr>
          <p:cNvPr id="6" name="module-n0">
            <a:extLst>
              <a:ext uri="{FF2B5EF4-FFF2-40B4-BE49-F238E27FC236}">
                <a16:creationId xmlns:a16="http://schemas.microsoft.com/office/drawing/2014/main" id="{38F0016B-6A46-470D-8A90-6F7EBA978719}"/>
              </a:ext>
            </a:extLst>
          </p:cNvPr>
          <p:cNvSpPr>
            <a:spLocks noGrp="1"/>
          </p:cNvSpPr>
          <p:nvPr/>
        </p:nvSpPr>
        <p:spPr>
          <a:xfrm>
            <a:off x="685800" y="2886075"/>
            <a:ext cx="2286000" cy="361950"/>
          </a:xfrm>
          <a:prstGeom prst="rect">
            <a:avLst/>
          </a:prstGeom>
          <a:noFill/>
          <a:ln w="0">
            <a:noFill/>
          </a:ln>
        </p:spPr>
        <p:txBody>
          <a:bodyPr wrap="none" lIns="0" tIns="0" rIns="0" bIns="0" anchor="t">
            <a:noAutofit/>
          </a:bodyPr>
          <a:lstStyle>
            <a:defPPr algn="l">
              <a:defRPr sz="1950" b="1">
                <a:solidFill>
                  <a:srgbClr val="D5001C"/>
                </a:solidFill>
                <a:latin typeface="Arial"/>
                <a:ea typeface="Arial"/>
                <a:cs typeface="Arial"/>
              </a:defRPr>
            </a:defPPr>
            <a:lvl1pPr algn="l">
              <a:defRPr sz="1950" b="1">
                <a:solidFill>
                  <a:srgbClr val="D5001C"/>
                </a:solidFill>
                <a:latin typeface="Arial"/>
                <a:ea typeface="Arial"/>
                <a:cs typeface="Arial"/>
              </a:defRPr>
            </a:lvl1pPr>
            <a:lvl2pPr algn="l">
              <a:defRPr sz="1950" b="1">
                <a:solidFill>
                  <a:srgbClr val="D5001C"/>
                </a:solidFill>
                <a:latin typeface="Arial"/>
                <a:ea typeface="Arial"/>
                <a:cs typeface="Arial"/>
              </a:defRPr>
            </a:lvl2pPr>
            <a:lvl3pPr algn="l">
              <a:defRPr sz="1950" b="1">
                <a:solidFill>
                  <a:srgbClr val="D5001C"/>
                </a:solidFill>
                <a:latin typeface="Arial"/>
                <a:ea typeface="Arial"/>
                <a:cs typeface="Arial"/>
              </a:defRPr>
            </a:lvl3pPr>
            <a:lvl4pPr algn="l">
              <a:defRPr sz="1950" b="1">
                <a:solidFill>
                  <a:srgbClr val="D5001C"/>
                </a:solidFill>
                <a:latin typeface="Arial"/>
                <a:ea typeface="Arial"/>
                <a:cs typeface="Arial"/>
              </a:defRPr>
            </a:lvl4pPr>
            <a:lvl5pPr algn="l">
              <a:defRPr sz="1950" b="1">
                <a:solidFill>
                  <a:srgbClr val="D5001C"/>
                </a:solidFill>
                <a:latin typeface="Arial"/>
                <a:ea typeface="Arial"/>
                <a:cs typeface="Arial"/>
              </a:defRPr>
            </a:lvl5pPr>
            <a:lvl6pPr algn="l">
              <a:defRPr sz="1950" b="1">
                <a:solidFill>
                  <a:srgbClr val="D5001C"/>
                </a:solidFill>
                <a:latin typeface="Arial"/>
                <a:ea typeface="Arial"/>
                <a:cs typeface="Arial"/>
              </a:defRPr>
            </a:lvl6pPr>
            <a:lvl7pPr algn="l">
              <a:defRPr sz="1950" b="1">
                <a:solidFill>
                  <a:srgbClr val="D5001C"/>
                </a:solidFill>
                <a:latin typeface="Arial"/>
                <a:ea typeface="Arial"/>
                <a:cs typeface="Arial"/>
              </a:defRPr>
            </a:lvl7pPr>
            <a:lvl8pPr algn="l">
              <a:defRPr sz="1950" b="1">
                <a:solidFill>
                  <a:srgbClr val="D5001C"/>
                </a:solidFill>
                <a:latin typeface="Arial"/>
                <a:ea typeface="Arial"/>
                <a:cs typeface="Arial"/>
              </a:defRPr>
            </a:lvl8pPr>
            <a:lvl9pPr algn="l">
              <a:defRPr sz="1950" b="1">
                <a:solidFill>
                  <a:srgbClr val="D5001C"/>
                </a:solidFill>
                <a:latin typeface="Arial"/>
                <a:ea typeface="Arial"/>
                <a:cs typeface="Arial"/>
              </a:defRPr>
            </a:lvl9pPr>
          </a:lstStyle>
          <a:p>
            <a:pPr algn="l">
              <a:defRPr sz="1950" b="1">
                <a:solidFill>
                  <a:srgbClr val="D5001C"/>
                </a:solidFill>
                <a:latin typeface="Arial"/>
                <a:ea typeface="Arial"/>
                <a:cs typeface="Arial"/>
              </a:defRPr>
            </a:pPr>
            <a:r>
              <a:rPr sz="1950" b="1">
                <a:solidFill>
                  <a:srgbClr val="D5001C"/>
                </a:solidFill>
                <a:latin typeface="Arial"/>
                <a:ea typeface="Arial"/>
                <a:cs typeface="Arial"/>
              </a:rPr>
              <a:t>01</a:t>
            </a:r>
          </a:p>
        </p:txBody>
      </p:sp>
      <p:sp>
        <p:nvSpPr>
          <p:cNvPr id="7" name="module-h0">
            <a:extLst>
              <a:ext uri="{FF2B5EF4-FFF2-40B4-BE49-F238E27FC236}">
                <a16:creationId xmlns:a16="http://schemas.microsoft.com/office/drawing/2014/main" id="{7BAAAC20-C418-48CD-BF36-3B034DA376F7}"/>
              </a:ext>
            </a:extLst>
          </p:cNvPr>
          <p:cNvSpPr>
            <a:spLocks noGrp="1"/>
          </p:cNvSpPr>
          <p:nvPr/>
        </p:nvSpPr>
        <p:spPr>
          <a:xfrm>
            <a:off x="685800" y="3371850"/>
            <a:ext cx="2476500" cy="666750"/>
          </a:xfrm>
          <a:prstGeom prst="rect">
            <a:avLst/>
          </a:prstGeom>
          <a:noFill/>
          <a:ln w="0">
            <a:noFill/>
          </a:ln>
        </p:spPr>
        <p:txBody>
          <a:bodyPr wrap="none" lIns="0" tIns="0" rIns="0" bIns="0" anchor="t">
            <a:noAutofit/>
          </a:bodyPr>
          <a:lstStyle>
            <a:defPPr algn="l">
              <a:defRPr sz="3675" b="1">
                <a:solidFill>
                  <a:srgbClr val="17232B"/>
                </a:solidFill>
                <a:latin typeface="Arial"/>
                <a:ea typeface="Arial"/>
                <a:cs typeface="Arial"/>
              </a:defRPr>
            </a:defPPr>
            <a:lvl1pPr algn="l">
              <a:defRPr sz="3675" b="1">
                <a:solidFill>
                  <a:srgbClr val="17232B"/>
                </a:solidFill>
                <a:latin typeface="Arial"/>
                <a:ea typeface="Arial"/>
                <a:cs typeface="Arial"/>
              </a:defRPr>
            </a:lvl1pPr>
            <a:lvl2pPr algn="l">
              <a:defRPr sz="3675" b="1">
                <a:solidFill>
                  <a:srgbClr val="17232B"/>
                </a:solidFill>
                <a:latin typeface="Arial"/>
                <a:ea typeface="Arial"/>
                <a:cs typeface="Arial"/>
              </a:defRPr>
            </a:lvl2pPr>
            <a:lvl3pPr algn="l">
              <a:defRPr sz="3675" b="1">
                <a:solidFill>
                  <a:srgbClr val="17232B"/>
                </a:solidFill>
                <a:latin typeface="Arial"/>
                <a:ea typeface="Arial"/>
                <a:cs typeface="Arial"/>
              </a:defRPr>
            </a:lvl3pPr>
            <a:lvl4pPr algn="l">
              <a:defRPr sz="3675" b="1">
                <a:solidFill>
                  <a:srgbClr val="17232B"/>
                </a:solidFill>
                <a:latin typeface="Arial"/>
                <a:ea typeface="Arial"/>
                <a:cs typeface="Arial"/>
              </a:defRPr>
            </a:lvl4pPr>
            <a:lvl5pPr algn="l">
              <a:defRPr sz="3675" b="1">
                <a:solidFill>
                  <a:srgbClr val="17232B"/>
                </a:solidFill>
                <a:latin typeface="Arial"/>
                <a:ea typeface="Arial"/>
                <a:cs typeface="Arial"/>
              </a:defRPr>
            </a:lvl5pPr>
            <a:lvl6pPr algn="l">
              <a:defRPr sz="3675" b="1">
                <a:solidFill>
                  <a:srgbClr val="17232B"/>
                </a:solidFill>
                <a:latin typeface="Arial"/>
                <a:ea typeface="Arial"/>
                <a:cs typeface="Arial"/>
              </a:defRPr>
            </a:lvl6pPr>
            <a:lvl7pPr algn="l">
              <a:defRPr sz="3675" b="1">
                <a:solidFill>
                  <a:srgbClr val="17232B"/>
                </a:solidFill>
                <a:latin typeface="Arial"/>
                <a:ea typeface="Arial"/>
                <a:cs typeface="Arial"/>
              </a:defRPr>
            </a:lvl7pPr>
            <a:lvl8pPr algn="l">
              <a:defRPr sz="3675" b="1">
                <a:solidFill>
                  <a:srgbClr val="17232B"/>
                </a:solidFill>
                <a:latin typeface="Arial"/>
                <a:ea typeface="Arial"/>
                <a:cs typeface="Arial"/>
              </a:defRPr>
            </a:lvl8pPr>
            <a:lvl9pPr algn="l">
              <a:defRPr sz="3675" b="1">
                <a:solidFill>
                  <a:srgbClr val="17232B"/>
                </a:solidFill>
                <a:latin typeface="Arial"/>
                <a:ea typeface="Arial"/>
                <a:cs typeface="Arial"/>
              </a:defRPr>
            </a:lvl9pPr>
          </a:lstStyle>
          <a:p>
            <a:pPr algn="l">
              <a:defRPr sz="3675" b="1">
                <a:solidFill>
                  <a:srgbClr val="17232B"/>
                </a:solidFill>
                <a:latin typeface="Arial"/>
                <a:ea typeface="Arial"/>
                <a:cs typeface="Arial"/>
              </a:defRPr>
            </a:pPr>
            <a:r>
              <a:rPr sz="3675" b="1">
                <a:solidFill>
                  <a:srgbClr val="17232B"/>
                </a:solidFill>
                <a:latin typeface="Arial"/>
                <a:ea typeface="Arial"/>
                <a:cs typeface="Arial"/>
              </a:rPr>
              <a:t>Can 0</a:t>
            </a:r>
          </a:p>
        </p:txBody>
      </p:sp>
      <p:sp>
        <p:nvSpPr>
          <p:cNvPr id="8" name="module-b0">
            <a:extLst>
              <a:ext uri="{FF2B5EF4-FFF2-40B4-BE49-F238E27FC236}">
                <a16:creationId xmlns:a16="http://schemas.microsoft.com/office/drawing/2014/main" id="{89C9523F-0188-4C27-BF2C-378D427E31A8}"/>
              </a:ext>
            </a:extLst>
          </p:cNvPr>
          <p:cNvSpPr>
            <a:spLocks noGrp="1"/>
          </p:cNvSpPr>
          <p:nvPr/>
        </p:nvSpPr>
        <p:spPr>
          <a:xfrm>
            <a:off x="685800" y="4143375"/>
            <a:ext cx="2505075" cy="590550"/>
          </a:xfrm>
          <a:prstGeom prst="rect">
            <a:avLst/>
          </a:prstGeom>
          <a:noFill/>
          <a:ln w="0">
            <a:noFill/>
          </a:ln>
        </p:spPr>
        <p:txBody>
          <a:bodyPr wrap="none" lIns="0" tIns="0" rIns="0" bIns="0" anchor="t">
            <a:noAutofit/>
          </a:bodyPr>
          <a:lstStyle>
            <a:defPPr algn="l">
              <a:defRPr sz="1725" b="0">
                <a:solidFill>
                  <a:srgbClr val="53606A"/>
                </a:solidFill>
                <a:latin typeface="Arial"/>
                <a:ea typeface="Arial"/>
                <a:cs typeface="Arial"/>
              </a:defRPr>
            </a:defPPr>
            <a:lvl1pPr algn="l">
              <a:defRPr sz="1725" b="0">
                <a:solidFill>
                  <a:srgbClr val="53606A"/>
                </a:solidFill>
                <a:latin typeface="Arial"/>
                <a:ea typeface="Arial"/>
                <a:cs typeface="Arial"/>
              </a:defRPr>
            </a:lvl1pPr>
            <a:lvl2pPr algn="l">
              <a:defRPr sz="1725" b="0">
                <a:solidFill>
                  <a:srgbClr val="53606A"/>
                </a:solidFill>
                <a:latin typeface="Arial"/>
                <a:ea typeface="Arial"/>
                <a:cs typeface="Arial"/>
              </a:defRPr>
            </a:lvl2pPr>
            <a:lvl3pPr algn="l">
              <a:defRPr sz="1725" b="0">
                <a:solidFill>
                  <a:srgbClr val="53606A"/>
                </a:solidFill>
                <a:latin typeface="Arial"/>
                <a:ea typeface="Arial"/>
                <a:cs typeface="Arial"/>
              </a:defRPr>
            </a:lvl3pPr>
            <a:lvl4pPr algn="l">
              <a:defRPr sz="1725" b="0">
                <a:solidFill>
                  <a:srgbClr val="53606A"/>
                </a:solidFill>
                <a:latin typeface="Arial"/>
                <a:ea typeface="Arial"/>
                <a:cs typeface="Arial"/>
              </a:defRPr>
            </a:lvl4pPr>
            <a:lvl5pPr algn="l">
              <a:defRPr sz="1725" b="0">
                <a:solidFill>
                  <a:srgbClr val="53606A"/>
                </a:solidFill>
                <a:latin typeface="Arial"/>
                <a:ea typeface="Arial"/>
                <a:cs typeface="Arial"/>
              </a:defRPr>
            </a:lvl5pPr>
            <a:lvl6pPr algn="l">
              <a:defRPr sz="1725" b="0">
                <a:solidFill>
                  <a:srgbClr val="53606A"/>
                </a:solidFill>
                <a:latin typeface="Arial"/>
                <a:ea typeface="Arial"/>
                <a:cs typeface="Arial"/>
              </a:defRPr>
            </a:lvl6pPr>
            <a:lvl7pPr algn="l">
              <a:defRPr sz="1725" b="0">
                <a:solidFill>
                  <a:srgbClr val="53606A"/>
                </a:solidFill>
                <a:latin typeface="Arial"/>
                <a:ea typeface="Arial"/>
                <a:cs typeface="Arial"/>
              </a:defRPr>
            </a:lvl7pPr>
            <a:lvl8pPr algn="l">
              <a:defRPr sz="1725" b="0">
                <a:solidFill>
                  <a:srgbClr val="53606A"/>
                </a:solidFill>
                <a:latin typeface="Arial"/>
                <a:ea typeface="Arial"/>
                <a:cs typeface="Arial"/>
              </a:defRPr>
            </a:lvl8pPr>
            <a:lvl9pPr algn="l">
              <a:defRPr sz="1725" b="0">
                <a:solidFill>
                  <a:srgbClr val="53606A"/>
                </a:solidFill>
                <a:latin typeface="Arial"/>
                <a:ea typeface="Arial"/>
                <a:cs typeface="Arial"/>
              </a:defRPr>
            </a:lvl9pPr>
          </a:lstStyle>
          <a:p>
            <a:pPr algn="l">
              <a:defRPr sz="1725" b="0">
                <a:solidFill>
                  <a:srgbClr val="53606A"/>
                </a:solidFill>
                <a:latin typeface="Arial"/>
                <a:ea typeface="Arial"/>
                <a:cs typeface="Arial"/>
              </a:defRPr>
            </a:pPr>
            <a:r>
              <a:rPr sz="1725" b="0">
                <a:solidFill>
                  <a:srgbClr val="53606A"/>
                </a:solidFill>
                <a:latin typeface="Arial"/>
                <a:ea typeface="Arial"/>
                <a:cs typeface="Arial"/>
              </a:rPr>
              <a:t>Controller setup</a:t>
            </a:r>
          </a:p>
        </p:txBody>
      </p:sp>
      <p:sp>
        <p:nvSpPr>
          <p:cNvPr id="9" name="module-n1">
            <a:extLst>
              <a:ext uri="{FF2B5EF4-FFF2-40B4-BE49-F238E27FC236}">
                <a16:creationId xmlns:a16="http://schemas.microsoft.com/office/drawing/2014/main" id="{30B54EB5-3681-47B9-8884-47310214BC00}"/>
              </a:ext>
            </a:extLst>
          </p:cNvPr>
          <p:cNvSpPr>
            <a:spLocks noGrp="1"/>
          </p:cNvSpPr>
          <p:nvPr/>
        </p:nvSpPr>
        <p:spPr>
          <a:xfrm>
            <a:off x="3438525" y="2886075"/>
            <a:ext cx="2286000" cy="361950"/>
          </a:xfrm>
          <a:prstGeom prst="rect">
            <a:avLst/>
          </a:prstGeom>
          <a:noFill/>
          <a:ln w="0">
            <a:noFill/>
          </a:ln>
        </p:spPr>
        <p:txBody>
          <a:bodyPr wrap="none" lIns="0" tIns="0" rIns="0" bIns="0" anchor="t">
            <a:noAutofit/>
          </a:bodyPr>
          <a:lstStyle>
            <a:defPPr algn="l">
              <a:defRPr sz="1950" b="1">
                <a:solidFill>
                  <a:srgbClr val="D5001C"/>
                </a:solidFill>
                <a:latin typeface="Arial"/>
                <a:ea typeface="Arial"/>
                <a:cs typeface="Arial"/>
              </a:defRPr>
            </a:defPPr>
            <a:lvl1pPr algn="l">
              <a:defRPr sz="1950" b="1">
                <a:solidFill>
                  <a:srgbClr val="D5001C"/>
                </a:solidFill>
                <a:latin typeface="Arial"/>
                <a:ea typeface="Arial"/>
                <a:cs typeface="Arial"/>
              </a:defRPr>
            </a:lvl1pPr>
            <a:lvl2pPr algn="l">
              <a:defRPr sz="1950" b="1">
                <a:solidFill>
                  <a:srgbClr val="D5001C"/>
                </a:solidFill>
                <a:latin typeface="Arial"/>
                <a:ea typeface="Arial"/>
                <a:cs typeface="Arial"/>
              </a:defRPr>
            </a:lvl2pPr>
            <a:lvl3pPr algn="l">
              <a:defRPr sz="1950" b="1">
                <a:solidFill>
                  <a:srgbClr val="D5001C"/>
                </a:solidFill>
                <a:latin typeface="Arial"/>
                <a:ea typeface="Arial"/>
                <a:cs typeface="Arial"/>
              </a:defRPr>
            </a:lvl3pPr>
            <a:lvl4pPr algn="l">
              <a:defRPr sz="1950" b="1">
                <a:solidFill>
                  <a:srgbClr val="D5001C"/>
                </a:solidFill>
                <a:latin typeface="Arial"/>
                <a:ea typeface="Arial"/>
                <a:cs typeface="Arial"/>
              </a:defRPr>
            </a:lvl4pPr>
            <a:lvl5pPr algn="l">
              <a:defRPr sz="1950" b="1">
                <a:solidFill>
                  <a:srgbClr val="D5001C"/>
                </a:solidFill>
                <a:latin typeface="Arial"/>
                <a:ea typeface="Arial"/>
                <a:cs typeface="Arial"/>
              </a:defRPr>
            </a:lvl5pPr>
            <a:lvl6pPr algn="l">
              <a:defRPr sz="1950" b="1">
                <a:solidFill>
                  <a:srgbClr val="D5001C"/>
                </a:solidFill>
                <a:latin typeface="Arial"/>
                <a:ea typeface="Arial"/>
                <a:cs typeface="Arial"/>
              </a:defRPr>
            </a:lvl6pPr>
            <a:lvl7pPr algn="l">
              <a:defRPr sz="1950" b="1">
                <a:solidFill>
                  <a:srgbClr val="D5001C"/>
                </a:solidFill>
                <a:latin typeface="Arial"/>
                <a:ea typeface="Arial"/>
                <a:cs typeface="Arial"/>
              </a:defRPr>
            </a:lvl7pPr>
            <a:lvl8pPr algn="l">
              <a:defRPr sz="1950" b="1">
                <a:solidFill>
                  <a:srgbClr val="D5001C"/>
                </a:solidFill>
                <a:latin typeface="Arial"/>
                <a:ea typeface="Arial"/>
                <a:cs typeface="Arial"/>
              </a:defRPr>
            </a:lvl8pPr>
            <a:lvl9pPr algn="l">
              <a:defRPr sz="1950" b="1">
                <a:solidFill>
                  <a:srgbClr val="D5001C"/>
                </a:solidFill>
                <a:latin typeface="Arial"/>
                <a:ea typeface="Arial"/>
                <a:cs typeface="Arial"/>
              </a:defRPr>
            </a:lvl9pPr>
          </a:lstStyle>
          <a:p>
            <a:pPr algn="l">
              <a:defRPr sz="1950" b="1">
                <a:solidFill>
                  <a:srgbClr val="D5001C"/>
                </a:solidFill>
                <a:latin typeface="Arial"/>
                <a:ea typeface="Arial"/>
                <a:cs typeface="Arial"/>
              </a:defRPr>
            </a:pPr>
            <a:r>
              <a:rPr sz="1950" b="1">
                <a:solidFill>
                  <a:srgbClr val="D5001C"/>
                </a:solidFill>
                <a:latin typeface="Arial"/>
                <a:ea typeface="Arial"/>
                <a:cs typeface="Arial"/>
              </a:rPr>
              <a:t>02</a:t>
            </a:r>
          </a:p>
        </p:txBody>
      </p:sp>
      <p:sp>
        <p:nvSpPr>
          <p:cNvPr id="10" name="module-h1">
            <a:extLst>
              <a:ext uri="{FF2B5EF4-FFF2-40B4-BE49-F238E27FC236}">
                <a16:creationId xmlns:a16="http://schemas.microsoft.com/office/drawing/2014/main" id="{5740A857-BC5F-4AB2-996A-D44B20C97420}"/>
              </a:ext>
            </a:extLst>
          </p:cNvPr>
          <p:cNvSpPr>
            <a:spLocks noGrp="1"/>
          </p:cNvSpPr>
          <p:nvPr/>
        </p:nvSpPr>
        <p:spPr>
          <a:xfrm>
            <a:off x="3438525" y="3371850"/>
            <a:ext cx="2476500" cy="666750"/>
          </a:xfrm>
          <a:prstGeom prst="rect">
            <a:avLst/>
          </a:prstGeom>
          <a:noFill/>
          <a:ln w="0">
            <a:noFill/>
          </a:ln>
        </p:spPr>
        <p:txBody>
          <a:bodyPr wrap="none" lIns="0" tIns="0" rIns="0" bIns="0" anchor="t">
            <a:noAutofit/>
          </a:bodyPr>
          <a:lstStyle>
            <a:defPPr algn="l">
              <a:defRPr sz="3675" b="1">
                <a:solidFill>
                  <a:srgbClr val="17232B"/>
                </a:solidFill>
                <a:latin typeface="Arial"/>
                <a:ea typeface="Arial"/>
                <a:cs typeface="Arial"/>
              </a:defRPr>
            </a:defPPr>
            <a:lvl1pPr algn="l">
              <a:defRPr sz="3675" b="1">
                <a:solidFill>
                  <a:srgbClr val="17232B"/>
                </a:solidFill>
                <a:latin typeface="Arial"/>
                <a:ea typeface="Arial"/>
                <a:cs typeface="Arial"/>
              </a:defRPr>
            </a:lvl1pPr>
            <a:lvl2pPr algn="l">
              <a:defRPr sz="3675" b="1">
                <a:solidFill>
                  <a:srgbClr val="17232B"/>
                </a:solidFill>
                <a:latin typeface="Arial"/>
                <a:ea typeface="Arial"/>
                <a:cs typeface="Arial"/>
              </a:defRPr>
            </a:lvl2pPr>
            <a:lvl3pPr algn="l">
              <a:defRPr sz="3675" b="1">
                <a:solidFill>
                  <a:srgbClr val="17232B"/>
                </a:solidFill>
                <a:latin typeface="Arial"/>
                <a:ea typeface="Arial"/>
                <a:cs typeface="Arial"/>
              </a:defRPr>
            </a:lvl3pPr>
            <a:lvl4pPr algn="l">
              <a:defRPr sz="3675" b="1">
                <a:solidFill>
                  <a:srgbClr val="17232B"/>
                </a:solidFill>
                <a:latin typeface="Arial"/>
                <a:ea typeface="Arial"/>
                <a:cs typeface="Arial"/>
              </a:defRPr>
            </a:lvl4pPr>
            <a:lvl5pPr algn="l">
              <a:defRPr sz="3675" b="1">
                <a:solidFill>
                  <a:srgbClr val="17232B"/>
                </a:solidFill>
                <a:latin typeface="Arial"/>
                <a:ea typeface="Arial"/>
                <a:cs typeface="Arial"/>
              </a:defRPr>
            </a:lvl5pPr>
            <a:lvl6pPr algn="l">
              <a:defRPr sz="3675" b="1">
                <a:solidFill>
                  <a:srgbClr val="17232B"/>
                </a:solidFill>
                <a:latin typeface="Arial"/>
                <a:ea typeface="Arial"/>
                <a:cs typeface="Arial"/>
              </a:defRPr>
            </a:lvl6pPr>
            <a:lvl7pPr algn="l">
              <a:defRPr sz="3675" b="1">
                <a:solidFill>
                  <a:srgbClr val="17232B"/>
                </a:solidFill>
                <a:latin typeface="Arial"/>
                <a:ea typeface="Arial"/>
                <a:cs typeface="Arial"/>
              </a:defRPr>
            </a:lvl7pPr>
            <a:lvl8pPr algn="l">
              <a:defRPr sz="3675" b="1">
                <a:solidFill>
                  <a:srgbClr val="17232B"/>
                </a:solidFill>
                <a:latin typeface="Arial"/>
                <a:ea typeface="Arial"/>
                <a:cs typeface="Arial"/>
              </a:defRPr>
            </a:lvl8pPr>
            <a:lvl9pPr algn="l">
              <a:defRPr sz="3675" b="1">
                <a:solidFill>
                  <a:srgbClr val="17232B"/>
                </a:solidFill>
                <a:latin typeface="Arial"/>
                <a:ea typeface="Arial"/>
                <a:cs typeface="Arial"/>
              </a:defRPr>
            </a:lvl9pPr>
          </a:lstStyle>
          <a:p>
            <a:pPr algn="l">
              <a:defRPr sz="3675" b="1">
                <a:solidFill>
                  <a:srgbClr val="17232B"/>
                </a:solidFill>
                <a:latin typeface="Arial"/>
                <a:ea typeface="Arial"/>
                <a:cs typeface="Arial"/>
              </a:defRPr>
            </a:pPr>
            <a:r>
              <a:rPr sz="3675" b="1">
                <a:solidFill>
                  <a:srgbClr val="17232B"/>
                </a:solidFill>
                <a:latin typeface="Arial"/>
                <a:ea typeface="Arial"/>
                <a:cs typeface="Arial"/>
              </a:rPr>
              <a:t>CanIf</a:t>
            </a:r>
          </a:p>
        </p:txBody>
      </p:sp>
      <p:sp>
        <p:nvSpPr>
          <p:cNvPr id="11" name="module-b1">
            <a:extLst>
              <a:ext uri="{FF2B5EF4-FFF2-40B4-BE49-F238E27FC236}">
                <a16:creationId xmlns:a16="http://schemas.microsoft.com/office/drawing/2014/main" id="{FE76EF6E-2177-4EE8-A623-EFE17C4EACD8}"/>
              </a:ext>
            </a:extLst>
          </p:cNvPr>
          <p:cNvSpPr>
            <a:spLocks noGrp="1"/>
          </p:cNvSpPr>
          <p:nvPr/>
        </p:nvSpPr>
        <p:spPr>
          <a:xfrm>
            <a:off x="3438525" y="4143375"/>
            <a:ext cx="2505075" cy="590550"/>
          </a:xfrm>
          <a:prstGeom prst="rect">
            <a:avLst/>
          </a:prstGeom>
          <a:noFill/>
          <a:ln w="0">
            <a:noFill/>
          </a:ln>
        </p:spPr>
        <p:txBody>
          <a:bodyPr wrap="none" lIns="0" tIns="0" rIns="0" bIns="0" anchor="t">
            <a:noAutofit/>
          </a:bodyPr>
          <a:lstStyle>
            <a:defPPr algn="l">
              <a:defRPr sz="1725" b="0">
                <a:solidFill>
                  <a:srgbClr val="53606A"/>
                </a:solidFill>
                <a:latin typeface="Arial"/>
                <a:ea typeface="Arial"/>
                <a:cs typeface="Arial"/>
              </a:defRPr>
            </a:defPPr>
            <a:lvl1pPr algn="l">
              <a:defRPr sz="1725" b="0">
                <a:solidFill>
                  <a:srgbClr val="53606A"/>
                </a:solidFill>
                <a:latin typeface="Arial"/>
                <a:ea typeface="Arial"/>
                <a:cs typeface="Arial"/>
              </a:defRPr>
            </a:lvl1pPr>
            <a:lvl2pPr algn="l">
              <a:defRPr sz="1725" b="0">
                <a:solidFill>
                  <a:srgbClr val="53606A"/>
                </a:solidFill>
                <a:latin typeface="Arial"/>
                <a:ea typeface="Arial"/>
                <a:cs typeface="Arial"/>
              </a:defRPr>
            </a:lvl2pPr>
            <a:lvl3pPr algn="l">
              <a:defRPr sz="1725" b="0">
                <a:solidFill>
                  <a:srgbClr val="53606A"/>
                </a:solidFill>
                <a:latin typeface="Arial"/>
                <a:ea typeface="Arial"/>
                <a:cs typeface="Arial"/>
              </a:defRPr>
            </a:lvl3pPr>
            <a:lvl4pPr algn="l">
              <a:defRPr sz="1725" b="0">
                <a:solidFill>
                  <a:srgbClr val="53606A"/>
                </a:solidFill>
                <a:latin typeface="Arial"/>
                <a:ea typeface="Arial"/>
                <a:cs typeface="Arial"/>
              </a:defRPr>
            </a:lvl4pPr>
            <a:lvl5pPr algn="l">
              <a:defRPr sz="1725" b="0">
                <a:solidFill>
                  <a:srgbClr val="53606A"/>
                </a:solidFill>
                <a:latin typeface="Arial"/>
                <a:ea typeface="Arial"/>
                <a:cs typeface="Arial"/>
              </a:defRPr>
            </a:lvl5pPr>
            <a:lvl6pPr algn="l">
              <a:defRPr sz="1725" b="0">
                <a:solidFill>
                  <a:srgbClr val="53606A"/>
                </a:solidFill>
                <a:latin typeface="Arial"/>
                <a:ea typeface="Arial"/>
                <a:cs typeface="Arial"/>
              </a:defRPr>
            </a:lvl6pPr>
            <a:lvl7pPr algn="l">
              <a:defRPr sz="1725" b="0">
                <a:solidFill>
                  <a:srgbClr val="53606A"/>
                </a:solidFill>
                <a:latin typeface="Arial"/>
                <a:ea typeface="Arial"/>
                <a:cs typeface="Arial"/>
              </a:defRPr>
            </a:lvl7pPr>
            <a:lvl8pPr algn="l">
              <a:defRPr sz="1725" b="0">
                <a:solidFill>
                  <a:srgbClr val="53606A"/>
                </a:solidFill>
                <a:latin typeface="Arial"/>
                <a:ea typeface="Arial"/>
                <a:cs typeface="Arial"/>
              </a:defRPr>
            </a:lvl8pPr>
            <a:lvl9pPr algn="l">
              <a:defRPr sz="1725" b="0">
                <a:solidFill>
                  <a:srgbClr val="53606A"/>
                </a:solidFill>
                <a:latin typeface="Arial"/>
                <a:ea typeface="Arial"/>
                <a:cs typeface="Arial"/>
              </a:defRPr>
            </a:lvl9pPr>
          </a:lstStyle>
          <a:p>
            <a:pPr algn="l">
              <a:defRPr sz="1725" b="0">
                <a:solidFill>
                  <a:srgbClr val="53606A"/>
                </a:solidFill>
                <a:latin typeface="Arial"/>
                <a:ea typeface="Arial"/>
                <a:cs typeface="Arial"/>
              </a:defRPr>
            </a:pPr>
            <a:r>
              <a:rPr sz="1725" b="0">
                <a:solidFill>
                  <a:srgbClr val="53606A"/>
                </a:solidFill>
                <a:latin typeface="Arial"/>
                <a:ea typeface="Arial"/>
                <a:cs typeface="Arial"/>
              </a:rPr>
              <a:t>CAN interface mapping</a:t>
            </a:r>
          </a:p>
        </p:txBody>
      </p:sp>
      <p:sp>
        <p:nvSpPr>
          <p:cNvPr id="12" name="module-n2">
            <a:extLst>
              <a:ext uri="{FF2B5EF4-FFF2-40B4-BE49-F238E27FC236}">
                <a16:creationId xmlns:a16="http://schemas.microsoft.com/office/drawing/2014/main" id="{EA466339-9229-4C61-B9ED-9AC1D2099E8F}"/>
              </a:ext>
            </a:extLst>
          </p:cNvPr>
          <p:cNvSpPr>
            <a:spLocks noGrp="1"/>
          </p:cNvSpPr>
          <p:nvPr/>
        </p:nvSpPr>
        <p:spPr>
          <a:xfrm>
            <a:off x="6191250" y="2886075"/>
            <a:ext cx="2286000" cy="361950"/>
          </a:xfrm>
          <a:prstGeom prst="rect">
            <a:avLst/>
          </a:prstGeom>
          <a:noFill/>
          <a:ln w="0">
            <a:noFill/>
          </a:ln>
        </p:spPr>
        <p:txBody>
          <a:bodyPr wrap="none" lIns="0" tIns="0" rIns="0" bIns="0" anchor="t">
            <a:noAutofit/>
          </a:bodyPr>
          <a:lstStyle>
            <a:defPPr algn="l">
              <a:defRPr sz="1950" b="1">
                <a:solidFill>
                  <a:srgbClr val="D5001C"/>
                </a:solidFill>
                <a:latin typeface="Arial"/>
                <a:ea typeface="Arial"/>
                <a:cs typeface="Arial"/>
              </a:defRPr>
            </a:defPPr>
            <a:lvl1pPr algn="l">
              <a:defRPr sz="1950" b="1">
                <a:solidFill>
                  <a:srgbClr val="D5001C"/>
                </a:solidFill>
                <a:latin typeface="Arial"/>
                <a:ea typeface="Arial"/>
                <a:cs typeface="Arial"/>
              </a:defRPr>
            </a:lvl1pPr>
            <a:lvl2pPr algn="l">
              <a:defRPr sz="1950" b="1">
                <a:solidFill>
                  <a:srgbClr val="D5001C"/>
                </a:solidFill>
                <a:latin typeface="Arial"/>
                <a:ea typeface="Arial"/>
                <a:cs typeface="Arial"/>
              </a:defRPr>
            </a:lvl2pPr>
            <a:lvl3pPr algn="l">
              <a:defRPr sz="1950" b="1">
                <a:solidFill>
                  <a:srgbClr val="D5001C"/>
                </a:solidFill>
                <a:latin typeface="Arial"/>
                <a:ea typeface="Arial"/>
                <a:cs typeface="Arial"/>
              </a:defRPr>
            </a:lvl3pPr>
            <a:lvl4pPr algn="l">
              <a:defRPr sz="1950" b="1">
                <a:solidFill>
                  <a:srgbClr val="D5001C"/>
                </a:solidFill>
                <a:latin typeface="Arial"/>
                <a:ea typeface="Arial"/>
                <a:cs typeface="Arial"/>
              </a:defRPr>
            </a:lvl4pPr>
            <a:lvl5pPr algn="l">
              <a:defRPr sz="1950" b="1">
                <a:solidFill>
                  <a:srgbClr val="D5001C"/>
                </a:solidFill>
                <a:latin typeface="Arial"/>
                <a:ea typeface="Arial"/>
                <a:cs typeface="Arial"/>
              </a:defRPr>
            </a:lvl5pPr>
            <a:lvl6pPr algn="l">
              <a:defRPr sz="1950" b="1">
                <a:solidFill>
                  <a:srgbClr val="D5001C"/>
                </a:solidFill>
                <a:latin typeface="Arial"/>
                <a:ea typeface="Arial"/>
                <a:cs typeface="Arial"/>
              </a:defRPr>
            </a:lvl6pPr>
            <a:lvl7pPr algn="l">
              <a:defRPr sz="1950" b="1">
                <a:solidFill>
                  <a:srgbClr val="D5001C"/>
                </a:solidFill>
                <a:latin typeface="Arial"/>
                <a:ea typeface="Arial"/>
                <a:cs typeface="Arial"/>
              </a:defRPr>
            </a:lvl7pPr>
            <a:lvl8pPr algn="l">
              <a:defRPr sz="1950" b="1">
                <a:solidFill>
                  <a:srgbClr val="D5001C"/>
                </a:solidFill>
                <a:latin typeface="Arial"/>
                <a:ea typeface="Arial"/>
                <a:cs typeface="Arial"/>
              </a:defRPr>
            </a:lvl8pPr>
            <a:lvl9pPr algn="l">
              <a:defRPr sz="1950" b="1">
                <a:solidFill>
                  <a:srgbClr val="D5001C"/>
                </a:solidFill>
                <a:latin typeface="Arial"/>
                <a:ea typeface="Arial"/>
                <a:cs typeface="Arial"/>
              </a:defRPr>
            </a:lvl9pPr>
          </a:lstStyle>
          <a:p>
            <a:pPr algn="l">
              <a:defRPr sz="1950" b="1">
                <a:solidFill>
                  <a:srgbClr val="D5001C"/>
                </a:solidFill>
                <a:latin typeface="Arial"/>
                <a:ea typeface="Arial"/>
                <a:cs typeface="Arial"/>
              </a:defRPr>
            </a:pPr>
            <a:r>
              <a:rPr sz="1950" b="1">
                <a:solidFill>
                  <a:srgbClr val="D5001C"/>
                </a:solidFill>
                <a:latin typeface="Arial"/>
                <a:ea typeface="Arial"/>
                <a:cs typeface="Arial"/>
              </a:rPr>
              <a:t>03</a:t>
            </a:r>
          </a:p>
        </p:txBody>
      </p:sp>
      <p:sp>
        <p:nvSpPr>
          <p:cNvPr id="13" name="module-h2">
            <a:extLst>
              <a:ext uri="{FF2B5EF4-FFF2-40B4-BE49-F238E27FC236}">
                <a16:creationId xmlns:a16="http://schemas.microsoft.com/office/drawing/2014/main" id="{2DA33871-8EEC-4A04-A357-D9E03D4B8CA9}"/>
              </a:ext>
            </a:extLst>
          </p:cNvPr>
          <p:cNvSpPr>
            <a:spLocks noGrp="1"/>
          </p:cNvSpPr>
          <p:nvPr/>
        </p:nvSpPr>
        <p:spPr>
          <a:xfrm>
            <a:off x="6191250" y="3371850"/>
            <a:ext cx="2476500" cy="666750"/>
          </a:xfrm>
          <a:prstGeom prst="rect">
            <a:avLst/>
          </a:prstGeom>
          <a:noFill/>
          <a:ln w="0">
            <a:noFill/>
          </a:ln>
        </p:spPr>
        <p:txBody>
          <a:bodyPr wrap="none" lIns="0" tIns="0" rIns="0" bIns="0" anchor="t">
            <a:noAutofit/>
          </a:bodyPr>
          <a:lstStyle>
            <a:defPPr algn="l">
              <a:defRPr sz="3675" b="1">
                <a:solidFill>
                  <a:srgbClr val="17232B"/>
                </a:solidFill>
                <a:latin typeface="Arial"/>
                <a:ea typeface="Arial"/>
                <a:cs typeface="Arial"/>
              </a:defRPr>
            </a:defPPr>
            <a:lvl1pPr algn="l">
              <a:defRPr sz="3675" b="1">
                <a:solidFill>
                  <a:srgbClr val="17232B"/>
                </a:solidFill>
                <a:latin typeface="Arial"/>
                <a:ea typeface="Arial"/>
                <a:cs typeface="Arial"/>
              </a:defRPr>
            </a:lvl1pPr>
            <a:lvl2pPr algn="l">
              <a:defRPr sz="3675" b="1">
                <a:solidFill>
                  <a:srgbClr val="17232B"/>
                </a:solidFill>
                <a:latin typeface="Arial"/>
                <a:ea typeface="Arial"/>
                <a:cs typeface="Arial"/>
              </a:defRPr>
            </a:lvl2pPr>
            <a:lvl3pPr algn="l">
              <a:defRPr sz="3675" b="1">
                <a:solidFill>
                  <a:srgbClr val="17232B"/>
                </a:solidFill>
                <a:latin typeface="Arial"/>
                <a:ea typeface="Arial"/>
                <a:cs typeface="Arial"/>
              </a:defRPr>
            </a:lvl3pPr>
            <a:lvl4pPr algn="l">
              <a:defRPr sz="3675" b="1">
                <a:solidFill>
                  <a:srgbClr val="17232B"/>
                </a:solidFill>
                <a:latin typeface="Arial"/>
                <a:ea typeface="Arial"/>
                <a:cs typeface="Arial"/>
              </a:defRPr>
            </a:lvl4pPr>
            <a:lvl5pPr algn="l">
              <a:defRPr sz="3675" b="1">
                <a:solidFill>
                  <a:srgbClr val="17232B"/>
                </a:solidFill>
                <a:latin typeface="Arial"/>
                <a:ea typeface="Arial"/>
                <a:cs typeface="Arial"/>
              </a:defRPr>
            </a:lvl5pPr>
            <a:lvl6pPr algn="l">
              <a:defRPr sz="3675" b="1">
                <a:solidFill>
                  <a:srgbClr val="17232B"/>
                </a:solidFill>
                <a:latin typeface="Arial"/>
                <a:ea typeface="Arial"/>
                <a:cs typeface="Arial"/>
              </a:defRPr>
            </a:lvl6pPr>
            <a:lvl7pPr algn="l">
              <a:defRPr sz="3675" b="1">
                <a:solidFill>
                  <a:srgbClr val="17232B"/>
                </a:solidFill>
                <a:latin typeface="Arial"/>
                <a:ea typeface="Arial"/>
                <a:cs typeface="Arial"/>
              </a:defRPr>
            </a:lvl7pPr>
            <a:lvl8pPr algn="l">
              <a:defRPr sz="3675" b="1">
                <a:solidFill>
                  <a:srgbClr val="17232B"/>
                </a:solidFill>
                <a:latin typeface="Arial"/>
                <a:ea typeface="Arial"/>
                <a:cs typeface="Arial"/>
              </a:defRPr>
            </a:lvl8pPr>
            <a:lvl9pPr algn="l">
              <a:defRPr sz="3675" b="1">
                <a:solidFill>
                  <a:srgbClr val="17232B"/>
                </a:solidFill>
                <a:latin typeface="Arial"/>
                <a:ea typeface="Arial"/>
                <a:cs typeface="Arial"/>
              </a:defRPr>
            </a:lvl9pPr>
          </a:lstStyle>
          <a:p>
            <a:pPr algn="l">
              <a:defRPr sz="3675" b="1">
                <a:solidFill>
                  <a:srgbClr val="17232B"/>
                </a:solidFill>
                <a:latin typeface="Arial"/>
                <a:ea typeface="Arial"/>
                <a:cs typeface="Arial"/>
              </a:defRPr>
            </a:pPr>
            <a:r>
              <a:rPr sz="3675" b="1">
                <a:solidFill>
                  <a:srgbClr val="17232B"/>
                </a:solidFill>
                <a:latin typeface="Arial"/>
                <a:ea typeface="Arial"/>
                <a:cs typeface="Arial"/>
              </a:rPr>
              <a:t>PduR</a:t>
            </a:r>
          </a:p>
        </p:txBody>
      </p:sp>
      <p:sp>
        <p:nvSpPr>
          <p:cNvPr id="14" name="module-b2">
            <a:extLst>
              <a:ext uri="{FF2B5EF4-FFF2-40B4-BE49-F238E27FC236}">
                <a16:creationId xmlns:a16="http://schemas.microsoft.com/office/drawing/2014/main" id="{DBB57D97-64B7-4B96-B7CC-FEA7C892FFE7}"/>
              </a:ext>
            </a:extLst>
          </p:cNvPr>
          <p:cNvSpPr>
            <a:spLocks noGrp="1"/>
          </p:cNvSpPr>
          <p:nvPr/>
        </p:nvSpPr>
        <p:spPr>
          <a:xfrm>
            <a:off x="6191250" y="4143375"/>
            <a:ext cx="2505075" cy="590550"/>
          </a:xfrm>
          <a:prstGeom prst="rect">
            <a:avLst/>
          </a:prstGeom>
          <a:noFill/>
          <a:ln w="0">
            <a:noFill/>
          </a:ln>
        </p:spPr>
        <p:txBody>
          <a:bodyPr wrap="none" lIns="0" tIns="0" rIns="0" bIns="0" anchor="t">
            <a:noAutofit/>
          </a:bodyPr>
          <a:lstStyle>
            <a:defPPr algn="l">
              <a:defRPr sz="1725" b="0">
                <a:solidFill>
                  <a:srgbClr val="53606A"/>
                </a:solidFill>
                <a:latin typeface="Arial"/>
                <a:ea typeface="Arial"/>
                <a:cs typeface="Arial"/>
              </a:defRPr>
            </a:defPPr>
            <a:lvl1pPr algn="l">
              <a:defRPr sz="1725" b="0">
                <a:solidFill>
                  <a:srgbClr val="53606A"/>
                </a:solidFill>
                <a:latin typeface="Arial"/>
                <a:ea typeface="Arial"/>
                <a:cs typeface="Arial"/>
              </a:defRPr>
            </a:lvl1pPr>
            <a:lvl2pPr algn="l">
              <a:defRPr sz="1725" b="0">
                <a:solidFill>
                  <a:srgbClr val="53606A"/>
                </a:solidFill>
                <a:latin typeface="Arial"/>
                <a:ea typeface="Arial"/>
                <a:cs typeface="Arial"/>
              </a:defRPr>
            </a:lvl2pPr>
            <a:lvl3pPr algn="l">
              <a:defRPr sz="1725" b="0">
                <a:solidFill>
                  <a:srgbClr val="53606A"/>
                </a:solidFill>
                <a:latin typeface="Arial"/>
                <a:ea typeface="Arial"/>
                <a:cs typeface="Arial"/>
              </a:defRPr>
            </a:lvl3pPr>
            <a:lvl4pPr algn="l">
              <a:defRPr sz="1725" b="0">
                <a:solidFill>
                  <a:srgbClr val="53606A"/>
                </a:solidFill>
                <a:latin typeface="Arial"/>
                <a:ea typeface="Arial"/>
                <a:cs typeface="Arial"/>
              </a:defRPr>
            </a:lvl4pPr>
            <a:lvl5pPr algn="l">
              <a:defRPr sz="1725" b="0">
                <a:solidFill>
                  <a:srgbClr val="53606A"/>
                </a:solidFill>
                <a:latin typeface="Arial"/>
                <a:ea typeface="Arial"/>
                <a:cs typeface="Arial"/>
              </a:defRPr>
            </a:lvl5pPr>
            <a:lvl6pPr algn="l">
              <a:defRPr sz="1725" b="0">
                <a:solidFill>
                  <a:srgbClr val="53606A"/>
                </a:solidFill>
                <a:latin typeface="Arial"/>
                <a:ea typeface="Arial"/>
                <a:cs typeface="Arial"/>
              </a:defRPr>
            </a:lvl6pPr>
            <a:lvl7pPr algn="l">
              <a:defRPr sz="1725" b="0">
                <a:solidFill>
                  <a:srgbClr val="53606A"/>
                </a:solidFill>
                <a:latin typeface="Arial"/>
                <a:ea typeface="Arial"/>
                <a:cs typeface="Arial"/>
              </a:defRPr>
            </a:lvl7pPr>
            <a:lvl8pPr algn="l">
              <a:defRPr sz="1725" b="0">
                <a:solidFill>
                  <a:srgbClr val="53606A"/>
                </a:solidFill>
                <a:latin typeface="Arial"/>
                <a:ea typeface="Arial"/>
                <a:cs typeface="Arial"/>
              </a:defRPr>
            </a:lvl8pPr>
            <a:lvl9pPr algn="l">
              <a:defRPr sz="1725" b="0">
                <a:solidFill>
                  <a:srgbClr val="53606A"/>
                </a:solidFill>
                <a:latin typeface="Arial"/>
                <a:ea typeface="Arial"/>
                <a:cs typeface="Arial"/>
              </a:defRPr>
            </a:lvl9pPr>
          </a:lstStyle>
          <a:p>
            <a:pPr algn="l">
              <a:defRPr sz="1725" b="0">
                <a:solidFill>
                  <a:srgbClr val="53606A"/>
                </a:solidFill>
                <a:latin typeface="Arial"/>
                <a:ea typeface="Arial"/>
                <a:cs typeface="Arial"/>
              </a:defRPr>
            </a:pPr>
            <a:r>
              <a:rPr sz="1725" b="0">
                <a:solidFill>
                  <a:srgbClr val="53606A"/>
                </a:solidFill>
                <a:latin typeface="Arial"/>
                <a:ea typeface="Arial"/>
                <a:cs typeface="Arial"/>
              </a:rPr>
              <a:t>PDU routing</a:t>
            </a:r>
          </a:p>
        </p:txBody>
      </p:sp>
      <p:sp>
        <p:nvSpPr>
          <p:cNvPr id="15" name="module-n3">
            <a:extLst>
              <a:ext uri="{FF2B5EF4-FFF2-40B4-BE49-F238E27FC236}">
                <a16:creationId xmlns:a16="http://schemas.microsoft.com/office/drawing/2014/main" id="{8FEB39DB-2BA6-4F50-A1E8-DEC2D4211FFE}"/>
              </a:ext>
            </a:extLst>
          </p:cNvPr>
          <p:cNvSpPr>
            <a:spLocks noGrp="1"/>
          </p:cNvSpPr>
          <p:nvPr/>
        </p:nvSpPr>
        <p:spPr>
          <a:xfrm>
            <a:off x="8943975" y="2886075"/>
            <a:ext cx="2286000" cy="361950"/>
          </a:xfrm>
          <a:prstGeom prst="rect">
            <a:avLst/>
          </a:prstGeom>
          <a:noFill/>
          <a:ln w="0">
            <a:noFill/>
          </a:ln>
        </p:spPr>
        <p:txBody>
          <a:bodyPr wrap="none" lIns="0" tIns="0" rIns="0" bIns="0" anchor="t">
            <a:noAutofit/>
          </a:bodyPr>
          <a:lstStyle>
            <a:defPPr algn="l">
              <a:defRPr sz="1950" b="1">
                <a:solidFill>
                  <a:srgbClr val="D5001C"/>
                </a:solidFill>
                <a:latin typeface="Arial"/>
                <a:ea typeface="Arial"/>
                <a:cs typeface="Arial"/>
              </a:defRPr>
            </a:defPPr>
            <a:lvl1pPr algn="l">
              <a:defRPr sz="1950" b="1">
                <a:solidFill>
                  <a:srgbClr val="D5001C"/>
                </a:solidFill>
                <a:latin typeface="Arial"/>
                <a:ea typeface="Arial"/>
                <a:cs typeface="Arial"/>
              </a:defRPr>
            </a:lvl1pPr>
            <a:lvl2pPr algn="l">
              <a:defRPr sz="1950" b="1">
                <a:solidFill>
                  <a:srgbClr val="D5001C"/>
                </a:solidFill>
                <a:latin typeface="Arial"/>
                <a:ea typeface="Arial"/>
                <a:cs typeface="Arial"/>
              </a:defRPr>
            </a:lvl2pPr>
            <a:lvl3pPr algn="l">
              <a:defRPr sz="1950" b="1">
                <a:solidFill>
                  <a:srgbClr val="D5001C"/>
                </a:solidFill>
                <a:latin typeface="Arial"/>
                <a:ea typeface="Arial"/>
                <a:cs typeface="Arial"/>
              </a:defRPr>
            </a:lvl3pPr>
            <a:lvl4pPr algn="l">
              <a:defRPr sz="1950" b="1">
                <a:solidFill>
                  <a:srgbClr val="D5001C"/>
                </a:solidFill>
                <a:latin typeface="Arial"/>
                <a:ea typeface="Arial"/>
                <a:cs typeface="Arial"/>
              </a:defRPr>
            </a:lvl4pPr>
            <a:lvl5pPr algn="l">
              <a:defRPr sz="1950" b="1">
                <a:solidFill>
                  <a:srgbClr val="D5001C"/>
                </a:solidFill>
                <a:latin typeface="Arial"/>
                <a:ea typeface="Arial"/>
                <a:cs typeface="Arial"/>
              </a:defRPr>
            </a:lvl5pPr>
            <a:lvl6pPr algn="l">
              <a:defRPr sz="1950" b="1">
                <a:solidFill>
                  <a:srgbClr val="D5001C"/>
                </a:solidFill>
                <a:latin typeface="Arial"/>
                <a:ea typeface="Arial"/>
                <a:cs typeface="Arial"/>
              </a:defRPr>
            </a:lvl6pPr>
            <a:lvl7pPr algn="l">
              <a:defRPr sz="1950" b="1">
                <a:solidFill>
                  <a:srgbClr val="D5001C"/>
                </a:solidFill>
                <a:latin typeface="Arial"/>
                <a:ea typeface="Arial"/>
                <a:cs typeface="Arial"/>
              </a:defRPr>
            </a:lvl7pPr>
            <a:lvl8pPr algn="l">
              <a:defRPr sz="1950" b="1">
                <a:solidFill>
                  <a:srgbClr val="D5001C"/>
                </a:solidFill>
                <a:latin typeface="Arial"/>
                <a:ea typeface="Arial"/>
                <a:cs typeface="Arial"/>
              </a:defRPr>
            </a:lvl8pPr>
            <a:lvl9pPr algn="l">
              <a:defRPr sz="1950" b="1">
                <a:solidFill>
                  <a:srgbClr val="D5001C"/>
                </a:solidFill>
                <a:latin typeface="Arial"/>
                <a:ea typeface="Arial"/>
                <a:cs typeface="Arial"/>
              </a:defRPr>
            </a:lvl9pPr>
          </a:lstStyle>
          <a:p>
            <a:pPr algn="l">
              <a:defRPr sz="1950" b="1">
                <a:solidFill>
                  <a:srgbClr val="D5001C"/>
                </a:solidFill>
                <a:latin typeface="Arial"/>
                <a:ea typeface="Arial"/>
                <a:cs typeface="Arial"/>
              </a:defRPr>
            </a:pPr>
            <a:r>
              <a:rPr sz="1950" b="1">
                <a:solidFill>
                  <a:srgbClr val="D5001C"/>
                </a:solidFill>
                <a:latin typeface="Arial"/>
                <a:ea typeface="Arial"/>
                <a:cs typeface="Arial"/>
              </a:rPr>
              <a:t>04</a:t>
            </a:r>
          </a:p>
        </p:txBody>
      </p:sp>
      <p:sp>
        <p:nvSpPr>
          <p:cNvPr id="16" name="module-h3">
            <a:extLst>
              <a:ext uri="{FF2B5EF4-FFF2-40B4-BE49-F238E27FC236}">
                <a16:creationId xmlns:a16="http://schemas.microsoft.com/office/drawing/2014/main" id="{7D7FA8D2-2C68-4997-ADBB-669870B5D217}"/>
              </a:ext>
            </a:extLst>
          </p:cNvPr>
          <p:cNvSpPr>
            <a:spLocks noGrp="1"/>
          </p:cNvSpPr>
          <p:nvPr/>
        </p:nvSpPr>
        <p:spPr>
          <a:xfrm>
            <a:off x="8943975" y="3371850"/>
            <a:ext cx="2476500" cy="666750"/>
          </a:xfrm>
          <a:prstGeom prst="rect">
            <a:avLst/>
          </a:prstGeom>
          <a:noFill/>
          <a:ln w="0">
            <a:noFill/>
          </a:ln>
        </p:spPr>
        <p:txBody>
          <a:bodyPr wrap="none" lIns="0" tIns="0" rIns="0" bIns="0" anchor="t">
            <a:noAutofit/>
          </a:bodyPr>
          <a:lstStyle>
            <a:defPPr algn="l">
              <a:defRPr sz="3675" b="1">
                <a:solidFill>
                  <a:srgbClr val="17232B"/>
                </a:solidFill>
                <a:latin typeface="Arial"/>
                <a:ea typeface="Arial"/>
                <a:cs typeface="Arial"/>
              </a:defRPr>
            </a:defPPr>
            <a:lvl1pPr algn="l">
              <a:defRPr sz="3675" b="1">
                <a:solidFill>
                  <a:srgbClr val="17232B"/>
                </a:solidFill>
                <a:latin typeface="Arial"/>
                <a:ea typeface="Arial"/>
                <a:cs typeface="Arial"/>
              </a:defRPr>
            </a:lvl1pPr>
            <a:lvl2pPr algn="l">
              <a:defRPr sz="3675" b="1">
                <a:solidFill>
                  <a:srgbClr val="17232B"/>
                </a:solidFill>
                <a:latin typeface="Arial"/>
                <a:ea typeface="Arial"/>
                <a:cs typeface="Arial"/>
              </a:defRPr>
            </a:lvl2pPr>
            <a:lvl3pPr algn="l">
              <a:defRPr sz="3675" b="1">
                <a:solidFill>
                  <a:srgbClr val="17232B"/>
                </a:solidFill>
                <a:latin typeface="Arial"/>
                <a:ea typeface="Arial"/>
                <a:cs typeface="Arial"/>
              </a:defRPr>
            </a:lvl3pPr>
            <a:lvl4pPr algn="l">
              <a:defRPr sz="3675" b="1">
                <a:solidFill>
                  <a:srgbClr val="17232B"/>
                </a:solidFill>
                <a:latin typeface="Arial"/>
                <a:ea typeface="Arial"/>
                <a:cs typeface="Arial"/>
              </a:defRPr>
            </a:lvl4pPr>
            <a:lvl5pPr algn="l">
              <a:defRPr sz="3675" b="1">
                <a:solidFill>
                  <a:srgbClr val="17232B"/>
                </a:solidFill>
                <a:latin typeface="Arial"/>
                <a:ea typeface="Arial"/>
                <a:cs typeface="Arial"/>
              </a:defRPr>
            </a:lvl5pPr>
            <a:lvl6pPr algn="l">
              <a:defRPr sz="3675" b="1">
                <a:solidFill>
                  <a:srgbClr val="17232B"/>
                </a:solidFill>
                <a:latin typeface="Arial"/>
                <a:ea typeface="Arial"/>
                <a:cs typeface="Arial"/>
              </a:defRPr>
            </a:lvl6pPr>
            <a:lvl7pPr algn="l">
              <a:defRPr sz="3675" b="1">
                <a:solidFill>
                  <a:srgbClr val="17232B"/>
                </a:solidFill>
                <a:latin typeface="Arial"/>
                <a:ea typeface="Arial"/>
                <a:cs typeface="Arial"/>
              </a:defRPr>
            </a:lvl7pPr>
            <a:lvl8pPr algn="l">
              <a:defRPr sz="3675" b="1">
                <a:solidFill>
                  <a:srgbClr val="17232B"/>
                </a:solidFill>
                <a:latin typeface="Arial"/>
                <a:ea typeface="Arial"/>
                <a:cs typeface="Arial"/>
              </a:defRPr>
            </a:lvl8pPr>
            <a:lvl9pPr algn="l">
              <a:defRPr sz="3675" b="1">
                <a:solidFill>
                  <a:srgbClr val="17232B"/>
                </a:solidFill>
                <a:latin typeface="Arial"/>
                <a:ea typeface="Arial"/>
                <a:cs typeface="Arial"/>
              </a:defRPr>
            </a:lvl9pPr>
          </a:lstStyle>
          <a:p>
            <a:pPr algn="l">
              <a:defRPr sz="3675" b="1">
                <a:solidFill>
                  <a:srgbClr val="17232B"/>
                </a:solidFill>
                <a:latin typeface="Arial"/>
                <a:ea typeface="Arial"/>
                <a:cs typeface="Arial"/>
              </a:defRPr>
            </a:pPr>
            <a:r>
              <a:rPr sz="3675" b="1">
                <a:solidFill>
                  <a:srgbClr val="17232B"/>
                </a:solidFill>
                <a:latin typeface="Arial"/>
                <a:ea typeface="Arial"/>
                <a:cs typeface="Arial"/>
              </a:rPr>
              <a:t>COM</a:t>
            </a:r>
          </a:p>
        </p:txBody>
      </p:sp>
      <p:sp>
        <p:nvSpPr>
          <p:cNvPr id="17" name="module-b3">
            <a:extLst>
              <a:ext uri="{FF2B5EF4-FFF2-40B4-BE49-F238E27FC236}">
                <a16:creationId xmlns:a16="http://schemas.microsoft.com/office/drawing/2014/main" id="{757DE08B-D056-4700-B0F6-324B76B04DB8}"/>
              </a:ext>
            </a:extLst>
          </p:cNvPr>
          <p:cNvSpPr>
            <a:spLocks noGrp="1"/>
          </p:cNvSpPr>
          <p:nvPr/>
        </p:nvSpPr>
        <p:spPr>
          <a:xfrm>
            <a:off x="8943975" y="4143375"/>
            <a:ext cx="2505075" cy="590550"/>
          </a:xfrm>
          <a:prstGeom prst="rect">
            <a:avLst/>
          </a:prstGeom>
          <a:noFill/>
          <a:ln w="0">
            <a:noFill/>
          </a:ln>
        </p:spPr>
        <p:txBody>
          <a:bodyPr wrap="none" lIns="0" tIns="0" rIns="0" bIns="0" anchor="t">
            <a:noAutofit/>
          </a:bodyPr>
          <a:lstStyle>
            <a:defPPr algn="l">
              <a:defRPr sz="1725" b="0">
                <a:solidFill>
                  <a:srgbClr val="53606A"/>
                </a:solidFill>
                <a:latin typeface="Arial"/>
                <a:ea typeface="Arial"/>
                <a:cs typeface="Arial"/>
              </a:defRPr>
            </a:defPPr>
            <a:lvl1pPr algn="l">
              <a:defRPr sz="1725" b="0">
                <a:solidFill>
                  <a:srgbClr val="53606A"/>
                </a:solidFill>
                <a:latin typeface="Arial"/>
                <a:ea typeface="Arial"/>
                <a:cs typeface="Arial"/>
              </a:defRPr>
            </a:lvl1pPr>
            <a:lvl2pPr algn="l">
              <a:defRPr sz="1725" b="0">
                <a:solidFill>
                  <a:srgbClr val="53606A"/>
                </a:solidFill>
                <a:latin typeface="Arial"/>
                <a:ea typeface="Arial"/>
                <a:cs typeface="Arial"/>
              </a:defRPr>
            </a:lvl2pPr>
            <a:lvl3pPr algn="l">
              <a:defRPr sz="1725" b="0">
                <a:solidFill>
                  <a:srgbClr val="53606A"/>
                </a:solidFill>
                <a:latin typeface="Arial"/>
                <a:ea typeface="Arial"/>
                <a:cs typeface="Arial"/>
              </a:defRPr>
            </a:lvl3pPr>
            <a:lvl4pPr algn="l">
              <a:defRPr sz="1725" b="0">
                <a:solidFill>
                  <a:srgbClr val="53606A"/>
                </a:solidFill>
                <a:latin typeface="Arial"/>
                <a:ea typeface="Arial"/>
                <a:cs typeface="Arial"/>
              </a:defRPr>
            </a:lvl4pPr>
            <a:lvl5pPr algn="l">
              <a:defRPr sz="1725" b="0">
                <a:solidFill>
                  <a:srgbClr val="53606A"/>
                </a:solidFill>
                <a:latin typeface="Arial"/>
                <a:ea typeface="Arial"/>
                <a:cs typeface="Arial"/>
              </a:defRPr>
            </a:lvl5pPr>
            <a:lvl6pPr algn="l">
              <a:defRPr sz="1725" b="0">
                <a:solidFill>
                  <a:srgbClr val="53606A"/>
                </a:solidFill>
                <a:latin typeface="Arial"/>
                <a:ea typeface="Arial"/>
                <a:cs typeface="Arial"/>
              </a:defRPr>
            </a:lvl6pPr>
            <a:lvl7pPr algn="l">
              <a:defRPr sz="1725" b="0">
                <a:solidFill>
                  <a:srgbClr val="53606A"/>
                </a:solidFill>
                <a:latin typeface="Arial"/>
                <a:ea typeface="Arial"/>
                <a:cs typeface="Arial"/>
              </a:defRPr>
            </a:lvl7pPr>
            <a:lvl8pPr algn="l">
              <a:defRPr sz="1725" b="0">
                <a:solidFill>
                  <a:srgbClr val="53606A"/>
                </a:solidFill>
                <a:latin typeface="Arial"/>
                <a:ea typeface="Arial"/>
                <a:cs typeface="Arial"/>
              </a:defRPr>
            </a:lvl8pPr>
            <a:lvl9pPr algn="l">
              <a:defRPr sz="1725" b="0">
                <a:solidFill>
                  <a:srgbClr val="53606A"/>
                </a:solidFill>
                <a:latin typeface="Arial"/>
                <a:ea typeface="Arial"/>
                <a:cs typeface="Arial"/>
              </a:defRPr>
            </a:lvl9pPr>
          </a:lstStyle>
          <a:p>
            <a:pPr algn="l">
              <a:defRPr sz="1725" b="0">
                <a:solidFill>
                  <a:srgbClr val="53606A"/>
                </a:solidFill>
                <a:latin typeface="Arial"/>
                <a:ea typeface="Arial"/>
                <a:cs typeface="Arial"/>
              </a:defRPr>
            </a:pPr>
            <a:r>
              <a:rPr sz="1725" b="0">
                <a:solidFill>
                  <a:srgbClr val="53606A"/>
                </a:solidFill>
                <a:latin typeface="Arial"/>
                <a:ea typeface="Arial"/>
                <a:cs typeface="Arial"/>
              </a:rPr>
              <a:t>Signals and I-PDUs</a:t>
            </a:r>
          </a:p>
        </p:txBody>
      </p:sp>
      <p:sp>
        <p:nvSpPr>
          <p:cNvPr id="18" name="rx-label">
            <a:extLst>
              <a:ext uri="{FF2B5EF4-FFF2-40B4-BE49-F238E27FC236}">
                <a16:creationId xmlns:a16="http://schemas.microsoft.com/office/drawing/2014/main" id="{D83D3122-757D-4369-864F-0EA903485E19}"/>
              </a:ext>
            </a:extLst>
          </p:cNvPr>
          <p:cNvSpPr>
            <a:spLocks noGrp="1"/>
          </p:cNvSpPr>
          <p:nvPr/>
        </p:nvSpPr>
        <p:spPr>
          <a:xfrm>
            <a:off x="685800" y="5219700"/>
            <a:ext cx="762000" cy="381000"/>
          </a:xfrm>
          <a:prstGeom prst="rect">
            <a:avLst/>
          </a:prstGeom>
          <a:noFill/>
          <a:ln w="0">
            <a:noFill/>
          </a:ln>
        </p:spPr>
        <p:txBody>
          <a:bodyPr wrap="none" lIns="0" tIns="0" rIns="0" bIns="0" anchor="t">
            <a:noAutofit/>
          </a:bodyPr>
          <a:lstStyle>
            <a:defPPr algn="l">
              <a:defRPr sz="2100" b="1">
                <a:solidFill>
                  <a:srgbClr val="D5001C"/>
                </a:solidFill>
                <a:latin typeface="Arial"/>
                <a:ea typeface="Arial"/>
                <a:cs typeface="Arial"/>
              </a:defRPr>
            </a:defPPr>
            <a:lvl1pPr algn="l">
              <a:defRPr sz="2100" b="1">
                <a:solidFill>
                  <a:srgbClr val="D5001C"/>
                </a:solidFill>
                <a:latin typeface="Arial"/>
                <a:ea typeface="Arial"/>
                <a:cs typeface="Arial"/>
              </a:defRPr>
            </a:lvl1pPr>
            <a:lvl2pPr algn="l">
              <a:defRPr sz="2100" b="1">
                <a:solidFill>
                  <a:srgbClr val="D5001C"/>
                </a:solidFill>
                <a:latin typeface="Arial"/>
                <a:ea typeface="Arial"/>
                <a:cs typeface="Arial"/>
              </a:defRPr>
            </a:lvl2pPr>
            <a:lvl3pPr algn="l">
              <a:defRPr sz="2100" b="1">
                <a:solidFill>
                  <a:srgbClr val="D5001C"/>
                </a:solidFill>
                <a:latin typeface="Arial"/>
                <a:ea typeface="Arial"/>
                <a:cs typeface="Arial"/>
              </a:defRPr>
            </a:lvl3pPr>
            <a:lvl4pPr algn="l">
              <a:defRPr sz="2100" b="1">
                <a:solidFill>
                  <a:srgbClr val="D5001C"/>
                </a:solidFill>
                <a:latin typeface="Arial"/>
                <a:ea typeface="Arial"/>
                <a:cs typeface="Arial"/>
              </a:defRPr>
            </a:lvl4pPr>
            <a:lvl5pPr algn="l">
              <a:defRPr sz="2100" b="1">
                <a:solidFill>
                  <a:srgbClr val="D5001C"/>
                </a:solidFill>
                <a:latin typeface="Arial"/>
                <a:ea typeface="Arial"/>
                <a:cs typeface="Arial"/>
              </a:defRPr>
            </a:lvl5pPr>
            <a:lvl6pPr algn="l">
              <a:defRPr sz="2100" b="1">
                <a:solidFill>
                  <a:srgbClr val="D5001C"/>
                </a:solidFill>
                <a:latin typeface="Arial"/>
                <a:ea typeface="Arial"/>
                <a:cs typeface="Arial"/>
              </a:defRPr>
            </a:lvl6pPr>
            <a:lvl7pPr algn="l">
              <a:defRPr sz="2100" b="1">
                <a:solidFill>
                  <a:srgbClr val="D5001C"/>
                </a:solidFill>
                <a:latin typeface="Arial"/>
                <a:ea typeface="Arial"/>
                <a:cs typeface="Arial"/>
              </a:defRPr>
            </a:lvl7pPr>
            <a:lvl8pPr algn="l">
              <a:defRPr sz="2100" b="1">
                <a:solidFill>
                  <a:srgbClr val="D5001C"/>
                </a:solidFill>
                <a:latin typeface="Arial"/>
                <a:ea typeface="Arial"/>
                <a:cs typeface="Arial"/>
              </a:defRPr>
            </a:lvl8pPr>
            <a:lvl9pPr algn="l">
              <a:defRPr sz="2100" b="1">
                <a:solidFill>
                  <a:srgbClr val="D5001C"/>
                </a:solidFill>
                <a:latin typeface="Arial"/>
                <a:ea typeface="Arial"/>
                <a:cs typeface="Arial"/>
              </a:defRPr>
            </a:lvl9pPr>
          </a:lstStyle>
          <a:p>
            <a:pPr algn="l">
              <a:defRPr sz="2100" b="1">
                <a:solidFill>
                  <a:srgbClr val="D5001C"/>
                </a:solidFill>
                <a:latin typeface="Arial"/>
                <a:ea typeface="Arial"/>
                <a:cs typeface="Arial"/>
              </a:defRPr>
            </a:pPr>
            <a:r>
              <a:rPr sz="2100" b="1">
                <a:solidFill>
                  <a:srgbClr val="D5001C"/>
                </a:solidFill>
                <a:latin typeface="Arial"/>
                <a:ea typeface="Arial"/>
                <a:cs typeface="Arial"/>
              </a:rPr>
              <a:t>Rx</a:t>
            </a:r>
          </a:p>
        </p:txBody>
      </p:sp>
      <p:sp>
        <p:nvSpPr>
          <p:cNvPr id="19" name="rx-detail">
            <a:extLst>
              <a:ext uri="{FF2B5EF4-FFF2-40B4-BE49-F238E27FC236}">
                <a16:creationId xmlns:a16="http://schemas.microsoft.com/office/drawing/2014/main" id="{70E42D8A-F494-422D-BA2E-AB94DFEE683F}"/>
              </a:ext>
            </a:extLst>
          </p:cNvPr>
          <p:cNvSpPr>
            <a:spLocks noGrp="1"/>
          </p:cNvSpPr>
          <p:nvPr/>
        </p:nvSpPr>
        <p:spPr>
          <a:xfrm>
            <a:off x="1619250" y="5219700"/>
            <a:ext cx="9886950" cy="381000"/>
          </a:xfrm>
          <a:prstGeom prst="rect">
            <a:avLst/>
          </a:prstGeom>
          <a:noFill/>
          <a:ln w="0">
            <a:noFill/>
          </a:ln>
        </p:spPr>
        <p:txBody>
          <a:bodyPr wrap="none" lIns="0" tIns="0" rIns="0" bIns="0" anchor="t">
            <a:noAutofit/>
          </a:bodyPr>
          <a:lstStyle>
            <a:defPPr algn="l">
              <a:defRPr sz="2025" b="0">
                <a:solidFill>
                  <a:srgbClr val="17232B"/>
                </a:solidFill>
                <a:latin typeface="Arial"/>
                <a:ea typeface="Arial"/>
                <a:cs typeface="Arial"/>
              </a:defRPr>
            </a:defPPr>
            <a:lvl1pPr algn="l">
              <a:defRPr sz="2025" b="0">
                <a:solidFill>
                  <a:srgbClr val="17232B"/>
                </a:solidFill>
                <a:latin typeface="Arial"/>
                <a:ea typeface="Arial"/>
                <a:cs typeface="Arial"/>
              </a:defRPr>
            </a:lvl1pPr>
            <a:lvl2pPr algn="l">
              <a:defRPr sz="2025" b="0">
                <a:solidFill>
                  <a:srgbClr val="17232B"/>
                </a:solidFill>
                <a:latin typeface="Arial"/>
                <a:ea typeface="Arial"/>
                <a:cs typeface="Arial"/>
              </a:defRPr>
            </a:lvl2pPr>
            <a:lvl3pPr algn="l">
              <a:defRPr sz="2025" b="0">
                <a:solidFill>
                  <a:srgbClr val="17232B"/>
                </a:solidFill>
                <a:latin typeface="Arial"/>
                <a:ea typeface="Arial"/>
                <a:cs typeface="Arial"/>
              </a:defRPr>
            </a:lvl3pPr>
            <a:lvl4pPr algn="l">
              <a:defRPr sz="2025" b="0">
                <a:solidFill>
                  <a:srgbClr val="17232B"/>
                </a:solidFill>
                <a:latin typeface="Arial"/>
                <a:ea typeface="Arial"/>
                <a:cs typeface="Arial"/>
              </a:defRPr>
            </a:lvl4pPr>
            <a:lvl5pPr algn="l">
              <a:defRPr sz="2025" b="0">
                <a:solidFill>
                  <a:srgbClr val="17232B"/>
                </a:solidFill>
                <a:latin typeface="Arial"/>
                <a:ea typeface="Arial"/>
                <a:cs typeface="Arial"/>
              </a:defRPr>
            </a:lvl5pPr>
            <a:lvl6pPr algn="l">
              <a:defRPr sz="2025" b="0">
                <a:solidFill>
                  <a:srgbClr val="17232B"/>
                </a:solidFill>
                <a:latin typeface="Arial"/>
                <a:ea typeface="Arial"/>
                <a:cs typeface="Arial"/>
              </a:defRPr>
            </a:lvl6pPr>
            <a:lvl7pPr algn="l">
              <a:defRPr sz="2025" b="0">
                <a:solidFill>
                  <a:srgbClr val="17232B"/>
                </a:solidFill>
                <a:latin typeface="Arial"/>
                <a:ea typeface="Arial"/>
                <a:cs typeface="Arial"/>
              </a:defRPr>
            </a:lvl7pPr>
            <a:lvl8pPr algn="l">
              <a:defRPr sz="2025" b="0">
                <a:solidFill>
                  <a:srgbClr val="17232B"/>
                </a:solidFill>
                <a:latin typeface="Arial"/>
                <a:ea typeface="Arial"/>
                <a:cs typeface="Arial"/>
              </a:defRPr>
            </a:lvl8pPr>
            <a:lvl9pPr algn="l">
              <a:defRPr sz="2025" b="0">
                <a:solidFill>
                  <a:srgbClr val="17232B"/>
                </a:solidFill>
                <a:latin typeface="Arial"/>
                <a:ea typeface="Arial"/>
                <a:cs typeface="Arial"/>
              </a:defRPr>
            </a:lvl9pPr>
          </a:lstStyle>
          <a:p>
            <a:pPr algn="l">
              <a:defRPr sz="2025" b="0">
                <a:solidFill>
                  <a:srgbClr val="17232B"/>
                </a:solidFill>
                <a:latin typeface="Arial"/>
                <a:ea typeface="Arial"/>
                <a:cs typeface="Arial"/>
              </a:defRPr>
            </a:pPr>
            <a:r>
              <a:rPr sz="2025" b="0">
                <a:solidFill>
                  <a:srgbClr val="17232B"/>
                </a:solidFill>
                <a:latin typeface="Arial"/>
                <a:ea typeface="Arial"/>
                <a:cs typeface="Arial"/>
              </a:rPr>
              <a:t>VehicleStatus and KeyLearn from MDC</a:t>
            </a:r>
          </a:p>
        </p:txBody>
      </p:sp>
      <p:sp>
        <p:nvSpPr>
          <p:cNvPr id="20" name="tx-label">
            <a:extLst>
              <a:ext uri="{FF2B5EF4-FFF2-40B4-BE49-F238E27FC236}">
                <a16:creationId xmlns:a16="http://schemas.microsoft.com/office/drawing/2014/main" id="{48B0F801-867F-464A-B651-7AB5491195CF}"/>
              </a:ext>
            </a:extLst>
          </p:cNvPr>
          <p:cNvSpPr>
            <a:spLocks noGrp="1"/>
          </p:cNvSpPr>
          <p:nvPr/>
        </p:nvSpPr>
        <p:spPr>
          <a:xfrm>
            <a:off x="685800" y="5743575"/>
            <a:ext cx="762000" cy="381000"/>
          </a:xfrm>
          <a:prstGeom prst="rect">
            <a:avLst/>
          </a:prstGeom>
          <a:noFill/>
          <a:ln w="0">
            <a:noFill/>
          </a:ln>
        </p:spPr>
        <p:txBody>
          <a:bodyPr wrap="none" lIns="0" tIns="0" rIns="0" bIns="0" anchor="t">
            <a:noAutofit/>
          </a:bodyPr>
          <a:lstStyle>
            <a:defPPr algn="l">
              <a:defRPr sz="2100" b="1">
                <a:solidFill>
                  <a:srgbClr val="D5001C"/>
                </a:solidFill>
                <a:latin typeface="Arial"/>
                <a:ea typeface="Arial"/>
                <a:cs typeface="Arial"/>
              </a:defRPr>
            </a:defPPr>
            <a:lvl1pPr algn="l">
              <a:defRPr sz="2100" b="1">
                <a:solidFill>
                  <a:srgbClr val="D5001C"/>
                </a:solidFill>
                <a:latin typeface="Arial"/>
                <a:ea typeface="Arial"/>
                <a:cs typeface="Arial"/>
              </a:defRPr>
            </a:lvl1pPr>
            <a:lvl2pPr algn="l">
              <a:defRPr sz="2100" b="1">
                <a:solidFill>
                  <a:srgbClr val="D5001C"/>
                </a:solidFill>
                <a:latin typeface="Arial"/>
                <a:ea typeface="Arial"/>
                <a:cs typeface="Arial"/>
              </a:defRPr>
            </a:lvl2pPr>
            <a:lvl3pPr algn="l">
              <a:defRPr sz="2100" b="1">
                <a:solidFill>
                  <a:srgbClr val="D5001C"/>
                </a:solidFill>
                <a:latin typeface="Arial"/>
                <a:ea typeface="Arial"/>
                <a:cs typeface="Arial"/>
              </a:defRPr>
            </a:lvl3pPr>
            <a:lvl4pPr algn="l">
              <a:defRPr sz="2100" b="1">
                <a:solidFill>
                  <a:srgbClr val="D5001C"/>
                </a:solidFill>
                <a:latin typeface="Arial"/>
                <a:ea typeface="Arial"/>
                <a:cs typeface="Arial"/>
              </a:defRPr>
            </a:lvl4pPr>
            <a:lvl5pPr algn="l">
              <a:defRPr sz="2100" b="1">
                <a:solidFill>
                  <a:srgbClr val="D5001C"/>
                </a:solidFill>
                <a:latin typeface="Arial"/>
                <a:ea typeface="Arial"/>
                <a:cs typeface="Arial"/>
              </a:defRPr>
            </a:lvl5pPr>
            <a:lvl6pPr algn="l">
              <a:defRPr sz="2100" b="1">
                <a:solidFill>
                  <a:srgbClr val="D5001C"/>
                </a:solidFill>
                <a:latin typeface="Arial"/>
                <a:ea typeface="Arial"/>
                <a:cs typeface="Arial"/>
              </a:defRPr>
            </a:lvl6pPr>
            <a:lvl7pPr algn="l">
              <a:defRPr sz="2100" b="1">
                <a:solidFill>
                  <a:srgbClr val="D5001C"/>
                </a:solidFill>
                <a:latin typeface="Arial"/>
                <a:ea typeface="Arial"/>
                <a:cs typeface="Arial"/>
              </a:defRPr>
            </a:lvl7pPr>
            <a:lvl8pPr algn="l">
              <a:defRPr sz="2100" b="1">
                <a:solidFill>
                  <a:srgbClr val="D5001C"/>
                </a:solidFill>
                <a:latin typeface="Arial"/>
                <a:ea typeface="Arial"/>
                <a:cs typeface="Arial"/>
              </a:defRPr>
            </a:lvl8pPr>
            <a:lvl9pPr algn="l">
              <a:defRPr sz="2100" b="1">
                <a:solidFill>
                  <a:srgbClr val="D5001C"/>
                </a:solidFill>
                <a:latin typeface="Arial"/>
                <a:ea typeface="Arial"/>
                <a:cs typeface="Arial"/>
              </a:defRPr>
            </a:lvl9pPr>
          </a:lstStyle>
          <a:p>
            <a:pPr algn="l">
              <a:defRPr sz="2100" b="1">
                <a:solidFill>
                  <a:srgbClr val="D5001C"/>
                </a:solidFill>
                <a:latin typeface="Arial"/>
                <a:ea typeface="Arial"/>
                <a:cs typeface="Arial"/>
              </a:defRPr>
            </a:pPr>
            <a:r>
              <a:rPr sz="2100" b="1">
                <a:solidFill>
                  <a:srgbClr val="D5001C"/>
                </a:solidFill>
                <a:latin typeface="Arial"/>
                <a:ea typeface="Arial"/>
                <a:cs typeface="Arial"/>
              </a:rPr>
              <a:t>Tx</a:t>
            </a:r>
          </a:p>
        </p:txBody>
      </p:sp>
      <p:sp>
        <p:nvSpPr>
          <p:cNvPr id="21" name="tx-detail">
            <a:extLst>
              <a:ext uri="{FF2B5EF4-FFF2-40B4-BE49-F238E27FC236}">
                <a16:creationId xmlns:a16="http://schemas.microsoft.com/office/drawing/2014/main" id="{1C5BA7B9-0470-40E1-BADF-7F2614192B55}"/>
              </a:ext>
            </a:extLst>
          </p:cNvPr>
          <p:cNvSpPr>
            <a:spLocks noGrp="1"/>
          </p:cNvSpPr>
          <p:nvPr/>
        </p:nvSpPr>
        <p:spPr>
          <a:xfrm>
            <a:off x="1619250" y="5743575"/>
            <a:ext cx="9886950" cy="381000"/>
          </a:xfrm>
          <a:prstGeom prst="rect">
            <a:avLst/>
          </a:prstGeom>
          <a:noFill/>
          <a:ln w="0">
            <a:noFill/>
          </a:ln>
        </p:spPr>
        <p:txBody>
          <a:bodyPr wrap="none" lIns="0" tIns="0" rIns="0" bIns="0" anchor="t">
            <a:noAutofit/>
          </a:bodyPr>
          <a:lstStyle>
            <a:defPPr algn="l">
              <a:defRPr sz="2025" b="0">
                <a:solidFill>
                  <a:srgbClr val="17232B"/>
                </a:solidFill>
                <a:latin typeface="Arial"/>
                <a:ea typeface="Arial"/>
                <a:cs typeface="Arial"/>
              </a:defRPr>
            </a:defPPr>
            <a:lvl1pPr algn="l">
              <a:defRPr sz="2025" b="0">
                <a:solidFill>
                  <a:srgbClr val="17232B"/>
                </a:solidFill>
                <a:latin typeface="Arial"/>
                <a:ea typeface="Arial"/>
                <a:cs typeface="Arial"/>
              </a:defRPr>
            </a:lvl1pPr>
            <a:lvl2pPr algn="l">
              <a:defRPr sz="2025" b="0">
                <a:solidFill>
                  <a:srgbClr val="17232B"/>
                </a:solidFill>
                <a:latin typeface="Arial"/>
                <a:ea typeface="Arial"/>
                <a:cs typeface="Arial"/>
              </a:defRPr>
            </a:lvl2pPr>
            <a:lvl3pPr algn="l">
              <a:defRPr sz="2025" b="0">
                <a:solidFill>
                  <a:srgbClr val="17232B"/>
                </a:solidFill>
                <a:latin typeface="Arial"/>
                <a:ea typeface="Arial"/>
                <a:cs typeface="Arial"/>
              </a:defRPr>
            </a:lvl3pPr>
            <a:lvl4pPr algn="l">
              <a:defRPr sz="2025" b="0">
                <a:solidFill>
                  <a:srgbClr val="17232B"/>
                </a:solidFill>
                <a:latin typeface="Arial"/>
                <a:ea typeface="Arial"/>
                <a:cs typeface="Arial"/>
              </a:defRPr>
            </a:lvl4pPr>
            <a:lvl5pPr algn="l">
              <a:defRPr sz="2025" b="0">
                <a:solidFill>
                  <a:srgbClr val="17232B"/>
                </a:solidFill>
                <a:latin typeface="Arial"/>
                <a:ea typeface="Arial"/>
                <a:cs typeface="Arial"/>
              </a:defRPr>
            </a:lvl5pPr>
            <a:lvl6pPr algn="l">
              <a:defRPr sz="2025" b="0">
                <a:solidFill>
                  <a:srgbClr val="17232B"/>
                </a:solidFill>
                <a:latin typeface="Arial"/>
                <a:ea typeface="Arial"/>
                <a:cs typeface="Arial"/>
              </a:defRPr>
            </a:lvl6pPr>
            <a:lvl7pPr algn="l">
              <a:defRPr sz="2025" b="0">
                <a:solidFill>
                  <a:srgbClr val="17232B"/>
                </a:solidFill>
                <a:latin typeface="Arial"/>
                <a:ea typeface="Arial"/>
                <a:cs typeface="Arial"/>
              </a:defRPr>
            </a:lvl7pPr>
            <a:lvl8pPr algn="l">
              <a:defRPr sz="2025" b="0">
                <a:solidFill>
                  <a:srgbClr val="17232B"/>
                </a:solidFill>
                <a:latin typeface="Arial"/>
                <a:ea typeface="Arial"/>
                <a:cs typeface="Arial"/>
              </a:defRPr>
            </a:lvl8pPr>
            <a:lvl9pPr algn="l">
              <a:defRPr sz="2025" b="0">
                <a:solidFill>
                  <a:srgbClr val="17232B"/>
                </a:solidFill>
                <a:latin typeface="Arial"/>
                <a:ea typeface="Arial"/>
                <a:cs typeface="Arial"/>
              </a:defRPr>
            </a:lvl9pPr>
          </a:lstStyle>
          <a:p>
            <a:pPr algn="l">
              <a:defRPr sz="2025" b="0">
                <a:solidFill>
                  <a:srgbClr val="17232B"/>
                </a:solidFill>
                <a:latin typeface="Arial"/>
                <a:ea typeface="Arial"/>
                <a:cs typeface="Arial"/>
              </a:defRPr>
            </a:pPr>
            <a:r>
              <a:rPr sz="2025" b="0">
                <a:solidFill>
                  <a:srgbClr val="17232B"/>
                </a:solidFill>
                <a:latin typeface="Arial"/>
                <a:ea typeface="Arial"/>
                <a:cs typeface="Arial"/>
              </a:rPr>
              <a:t>KeyLearn response on the receive event</a:t>
            </a:r>
          </a:p>
        </p:txBody>
      </p:sp>
    </p:spTree>
    <p:extLst>
      <p:ext uri="{BB962C8B-B14F-4D97-AF65-F5344CB8AC3E}">
        <p14:creationId xmlns:p14="http://schemas.microsoft.com/office/powerpoint/2010/main" val="1734734170"/>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420"/>
                                        <p:tgtEl>
                                          <p:spTgt spid="6"/>
                                        </p:tgtEl>
                                      </p:cBhvr>
                                    </p:animEffect>
                                  </p:childTnLst>
                                </p:cTn>
                              </p:par>
                            </p:childTnLst>
                          </p:cTn>
                        </p:par>
                        <p:par>
                          <p:cTn id="8" fill="hold">
                            <p:stCondLst>
                              <p:cond delay="0"/>
                            </p:stCondLst>
                            <p:childTnLst>
                              <p:par>
                                <p:cTn id="9" presetID="22" presetClass="entr" presetSubtype="8"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420"/>
                                        <p:tgtEl>
                                          <p:spTgt spid="7"/>
                                        </p:tgtEl>
                                      </p:cBhvr>
                                    </p:animEffect>
                                  </p:childTnLst>
                                </p:cTn>
                              </p:par>
                            </p:childTnLst>
                          </p:cTn>
                        </p:par>
                        <p:par>
                          <p:cTn id="12" fill="hold">
                            <p:stCondLst>
                              <p:cond delay="0"/>
                            </p:stCondLst>
                            <p:childTnLst>
                              <p:par>
                                <p:cTn id="13" presetID="22" presetClass="entr" presetSubtype="8"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42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left)">
                                      <p:cBhvr>
                                        <p:cTn id="20" dur="420"/>
                                        <p:tgtEl>
                                          <p:spTgt spid="9"/>
                                        </p:tgtEl>
                                      </p:cBhvr>
                                    </p:animEffect>
                                  </p:childTnLst>
                                </p:cTn>
                              </p:par>
                            </p:childTnLst>
                          </p:cTn>
                        </p:par>
                        <p:par>
                          <p:cTn id="21" fill="hold">
                            <p:stCondLst>
                              <p:cond delay="0"/>
                            </p:stCondLst>
                            <p:childTnLst>
                              <p:par>
                                <p:cTn id="22" presetID="22" presetClass="entr" presetSubtype="8"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left)">
                                      <p:cBhvr>
                                        <p:cTn id="24" dur="420"/>
                                        <p:tgtEl>
                                          <p:spTgt spid="10"/>
                                        </p:tgtEl>
                                      </p:cBhvr>
                                    </p:animEffect>
                                  </p:childTnLst>
                                </p:cTn>
                              </p:par>
                            </p:childTnLst>
                          </p:cTn>
                        </p:par>
                        <p:par>
                          <p:cTn id="25" fill="hold">
                            <p:stCondLst>
                              <p:cond delay="0"/>
                            </p:stCondLst>
                            <p:childTnLst>
                              <p:par>
                                <p:cTn id="26" presetID="22" presetClass="entr" presetSubtype="8"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42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left)">
                                      <p:cBhvr>
                                        <p:cTn id="33" dur="420"/>
                                        <p:tgtEl>
                                          <p:spTgt spid="12"/>
                                        </p:tgtEl>
                                      </p:cBhvr>
                                    </p:animEffect>
                                  </p:childTnLst>
                                </p:cTn>
                              </p:par>
                            </p:childTnLst>
                          </p:cTn>
                        </p:par>
                        <p:par>
                          <p:cTn id="34" fill="hold">
                            <p:stCondLst>
                              <p:cond delay="0"/>
                            </p:stCondLst>
                            <p:childTnLst>
                              <p:par>
                                <p:cTn id="35" presetID="22" presetClass="entr" presetSubtype="8"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420"/>
                                        <p:tgtEl>
                                          <p:spTgt spid="13"/>
                                        </p:tgtEl>
                                      </p:cBhvr>
                                    </p:animEffect>
                                  </p:childTnLst>
                                </p:cTn>
                              </p:par>
                            </p:childTnLst>
                          </p:cTn>
                        </p:par>
                        <p:par>
                          <p:cTn id="38" fill="hold">
                            <p:stCondLst>
                              <p:cond delay="0"/>
                            </p:stCondLst>
                            <p:childTnLst>
                              <p:par>
                                <p:cTn id="39" presetID="22" presetClass="entr" presetSubtype="8" fill="hold"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wipe(left)">
                                      <p:cBhvr>
                                        <p:cTn id="41" dur="420"/>
                                        <p:tgtEl>
                                          <p:spTgt spid="1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wipe(left)">
                                      <p:cBhvr>
                                        <p:cTn id="46" dur="420"/>
                                        <p:tgtEl>
                                          <p:spTgt spid="15"/>
                                        </p:tgtEl>
                                      </p:cBhvr>
                                    </p:animEffect>
                                  </p:childTnLst>
                                </p:cTn>
                              </p:par>
                            </p:childTnLst>
                          </p:cTn>
                        </p:par>
                        <p:par>
                          <p:cTn id="47" fill="hold">
                            <p:stCondLst>
                              <p:cond delay="0"/>
                            </p:stCondLst>
                            <p:childTnLst>
                              <p:par>
                                <p:cTn id="48" presetID="22" presetClass="entr" presetSubtype="8" fill="hold"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wipe(left)">
                                      <p:cBhvr>
                                        <p:cTn id="50" dur="420"/>
                                        <p:tgtEl>
                                          <p:spTgt spid="16"/>
                                        </p:tgtEl>
                                      </p:cBhvr>
                                    </p:animEffect>
                                  </p:childTnLst>
                                </p:cTn>
                              </p:par>
                            </p:childTnLst>
                          </p:cTn>
                        </p:par>
                        <p:par>
                          <p:cTn id="51" fill="hold">
                            <p:stCondLst>
                              <p:cond delay="0"/>
                            </p:stCondLst>
                            <p:childTnLst>
                              <p:par>
                                <p:cTn id="52" presetID="22" presetClass="entr" presetSubtype="8" fill="hold" nodeType="with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wipe(left)">
                                      <p:cBhvr>
                                        <p:cTn id="54" dur="420"/>
                                        <p:tgtEl>
                                          <p:spTgt spid="17"/>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420"/>
                                        <p:tgtEl>
                                          <p:spTgt spid="18"/>
                                        </p:tgtEl>
                                      </p:cBhvr>
                                    </p:animEffect>
                                  </p:childTnLst>
                                </p:cTn>
                              </p:par>
                            </p:childTnLst>
                          </p:cTn>
                        </p:par>
                        <p:par>
                          <p:cTn id="60" fill="hold">
                            <p:stCondLst>
                              <p:cond delay="0"/>
                            </p:stCondLst>
                            <p:childTnLst>
                              <p:par>
                                <p:cTn id="61" presetID="10" presetClass="entr" presetSubtype="0" fill="hold" nodeType="with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420"/>
                                        <p:tgtEl>
                                          <p:spTgt spid="19"/>
                                        </p:tgtEl>
                                      </p:cBhvr>
                                    </p:animEffect>
                                  </p:childTnLst>
                                </p:cTn>
                              </p:par>
                            </p:childTnLst>
                          </p:cTn>
                        </p:par>
                        <p:par>
                          <p:cTn id="64" fill="hold">
                            <p:stCondLst>
                              <p:cond delay="0"/>
                            </p:stCondLst>
                            <p:childTnLst>
                              <p:par>
                                <p:cTn id="65" presetID="10" presetClass="entr" presetSubtype="0" fill="hold" nodeType="with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fade">
                                      <p:cBhvr>
                                        <p:cTn id="67" dur="420"/>
                                        <p:tgtEl>
                                          <p:spTgt spid="20"/>
                                        </p:tgtEl>
                                      </p:cBhvr>
                                    </p:animEffect>
                                  </p:childTnLst>
                                </p:cTn>
                              </p:par>
                            </p:childTnLst>
                          </p:cTn>
                        </p:par>
                        <p:par>
                          <p:cTn id="68" fill="hold">
                            <p:stCondLst>
                              <p:cond delay="0"/>
                            </p:stCondLst>
                            <p:childTnLst>
                              <p:par>
                                <p:cTn id="69" presetID="10" presetClass="entr" presetSubtype="0" fill="hold" nodeType="withEffect">
                                  <p:stCondLst>
                                    <p:cond delay="0"/>
                                  </p:stCondLst>
                                  <p:childTnLst>
                                    <p:set>
                                      <p:cBhvr>
                                        <p:cTn id="70" dur="1" fill="hold">
                                          <p:stCondLst>
                                            <p:cond delay="0"/>
                                          </p:stCondLst>
                                        </p:cTn>
                                        <p:tgtEl>
                                          <p:spTgt spid="21"/>
                                        </p:tgtEl>
                                        <p:attrNameLst>
                                          <p:attrName>style.visibility</p:attrName>
                                        </p:attrNameLst>
                                      </p:cBhvr>
                                      <p:to>
                                        <p:strVal val="visible"/>
                                      </p:to>
                                    </p:set>
                                    <p:animEffect transition="in" filter="fade">
                                      <p:cBhvr>
                                        <p:cTn id="71" dur="42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48633DD-11CF-D77F-4EB1-2AE4D8E365A7}"/>
            </a:ext>
          </a:extLst>
        </p:cNvPr>
        <p:cNvGrpSpPr/>
        <p:nvPr/>
      </p:nvGrpSpPr>
      <p:grpSpPr>
        <a:xfrm>
          <a:off x="0" y="0"/>
          <a:ext cx="0" cy="0"/>
          <a:chOff x="0" y="0"/>
          <a:chExt cx="0" cy="0"/>
        </a:xfrm>
      </p:grpSpPr>
      <p:sp>
        <p:nvSpPr>
          <p:cNvPr id="23" name="thanks-title">
            <a:extLst>
              <a:ext uri="{FF2B5EF4-FFF2-40B4-BE49-F238E27FC236}">
                <a16:creationId xmlns:a16="http://schemas.microsoft.com/office/drawing/2014/main" id="{19CB2C5E-3CD6-709E-8C61-1E03A2F607B0}"/>
              </a:ext>
            </a:extLst>
          </p:cNvPr>
          <p:cNvSpPr>
            <a:spLocks noGrp="1"/>
          </p:cNvSpPr>
          <p:nvPr/>
        </p:nvSpPr>
        <p:spPr>
          <a:xfrm>
            <a:off x="4598872" y="2800350"/>
            <a:ext cx="10820400" cy="1257300"/>
          </a:xfrm>
          <a:prstGeom prst="rect">
            <a:avLst/>
          </a:prstGeom>
          <a:noFill/>
          <a:ln w="0">
            <a:noFill/>
          </a:ln>
        </p:spPr>
        <p:txBody>
          <a:bodyPr wrap="none" lIns="0" tIns="0" rIns="0" bIns="0" anchor="t">
            <a:noAutofit/>
          </a:bodyPr>
          <a:lstStyle>
            <a:defPPr algn="l">
              <a:defRPr sz="7200" b="1">
                <a:solidFill>
                  <a:srgbClr val="D5001C"/>
                </a:solidFill>
                <a:latin typeface="Arial"/>
                <a:ea typeface="Arial"/>
                <a:cs typeface="Arial"/>
              </a:defRPr>
            </a:defPPr>
            <a:lvl1pPr algn="l">
              <a:defRPr sz="7200" b="1">
                <a:solidFill>
                  <a:srgbClr val="D5001C"/>
                </a:solidFill>
                <a:latin typeface="Arial"/>
                <a:ea typeface="Arial"/>
                <a:cs typeface="Arial"/>
              </a:defRPr>
            </a:lvl1pPr>
            <a:lvl2pPr algn="l">
              <a:defRPr sz="7200" b="1">
                <a:solidFill>
                  <a:srgbClr val="D5001C"/>
                </a:solidFill>
                <a:latin typeface="Arial"/>
                <a:ea typeface="Arial"/>
                <a:cs typeface="Arial"/>
              </a:defRPr>
            </a:lvl2pPr>
            <a:lvl3pPr algn="l">
              <a:defRPr sz="7200" b="1">
                <a:solidFill>
                  <a:srgbClr val="D5001C"/>
                </a:solidFill>
                <a:latin typeface="Arial"/>
                <a:ea typeface="Arial"/>
                <a:cs typeface="Arial"/>
              </a:defRPr>
            </a:lvl3pPr>
            <a:lvl4pPr algn="l">
              <a:defRPr sz="7200" b="1">
                <a:solidFill>
                  <a:srgbClr val="D5001C"/>
                </a:solidFill>
                <a:latin typeface="Arial"/>
                <a:ea typeface="Arial"/>
                <a:cs typeface="Arial"/>
              </a:defRPr>
            </a:lvl4pPr>
            <a:lvl5pPr algn="l">
              <a:defRPr sz="7200" b="1">
                <a:solidFill>
                  <a:srgbClr val="D5001C"/>
                </a:solidFill>
                <a:latin typeface="Arial"/>
                <a:ea typeface="Arial"/>
                <a:cs typeface="Arial"/>
              </a:defRPr>
            </a:lvl5pPr>
            <a:lvl6pPr algn="l">
              <a:defRPr sz="7200" b="1">
                <a:solidFill>
                  <a:srgbClr val="D5001C"/>
                </a:solidFill>
                <a:latin typeface="Arial"/>
                <a:ea typeface="Arial"/>
                <a:cs typeface="Arial"/>
              </a:defRPr>
            </a:lvl6pPr>
            <a:lvl7pPr algn="l">
              <a:defRPr sz="7200" b="1">
                <a:solidFill>
                  <a:srgbClr val="D5001C"/>
                </a:solidFill>
                <a:latin typeface="Arial"/>
                <a:ea typeface="Arial"/>
                <a:cs typeface="Arial"/>
              </a:defRPr>
            </a:lvl7pPr>
            <a:lvl8pPr algn="l">
              <a:defRPr sz="7200" b="1">
                <a:solidFill>
                  <a:srgbClr val="D5001C"/>
                </a:solidFill>
                <a:latin typeface="Arial"/>
                <a:ea typeface="Arial"/>
                <a:cs typeface="Arial"/>
              </a:defRPr>
            </a:lvl8pPr>
            <a:lvl9pPr algn="l">
              <a:defRPr sz="7200" b="1">
                <a:solidFill>
                  <a:srgbClr val="D5001C"/>
                </a:solidFill>
                <a:latin typeface="Arial"/>
                <a:ea typeface="Arial"/>
                <a:cs typeface="Arial"/>
              </a:defRPr>
            </a:lvl9pPr>
          </a:lstStyle>
          <a:p>
            <a:pPr algn="l">
              <a:defRPr sz="7200" b="1">
                <a:solidFill>
                  <a:srgbClr val="D5001C"/>
                </a:solidFill>
                <a:latin typeface="Arial"/>
                <a:ea typeface="Arial"/>
                <a:cs typeface="Arial"/>
              </a:defRPr>
            </a:pPr>
            <a:r>
              <a:rPr lang="vi-VN" sz="7200" b="1" dirty="0">
                <a:solidFill>
                  <a:srgbClr val="D5001C"/>
                </a:solidFill>
                <a:latin typeface="Arial"/>
                <a:ea typeface="Arial"/>
                <a:cs typeface="Arial"/>
              </a:rPr>
              <a:t>Test</a:t>
            </a:r>
          </a:p>
          <a:p>
            <a:pPr algn="l">
              <a:defRPr sz="7200" b="1">
                <a:solidFill>
                  <a:srgbClr val="D5001C"/>
                </a:solidFill>
                <a:latin typeface="Arial"/>
                <a:ea typeface="Arial"/>
                <a:cs typeface="Arial"/>
              </a:defRPr>
            </a:pPr>
            <a:endParaRPr sz="7200" b="1" dirty="0">
              <a:solidFill>
                <a:srgbClr val="D5001C"/>
              </a:solidFill>
              <a:latin typeface="Arial"/>
              <a:ea typeface="Arial"/>
              <a:cs typeface="Arial"/>
            </a:endParaRPr>
          </a:p>
        </p:txBody>
      </p:sp>
    </p:spTree>
    <p:extLst>
      <p:ext uri="{BB962C8B-B14F-4D97-AF65-F5344CB8AC3E}">
        <p14:creationId xmlns:p14="http://schemas.microsoft.com/office/powerpoint/2010/main" val="802195850"/>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hanks-title">
            <a:extLst>
              <a:ext uri="{FF2B5EF4-FFF2-40B4-BE49-F238E27FC236}">
                <a16:creationId xmlns:a16="http://schemas.microsoft.com/office/drawing/2014/main" id="{10E06557-19E3-468C-8211-1FC5097AE788}"/>
              </a:ext>
            </a:extLst>
          </p:cNvPr>
          <p:cNvSpPr>
            <a:spLocks noGrp="1"/>
          </p:cNvSpPr>
          <p:nvPr/>
        </p:nvSpPr>
        <p:spPr>
          <a:xfrm>
            <a:off x="3730752" y="2800350"/>
            <a:ext cx="10820400" cy="1257300"/>
          </a:xfrm>
          <a:prstGeom prst="rect">
            <a:avLst/>
          </a:prstGeom>
          <a:noFill/>
          <a:ln w="0">
            <a:noFill/>
          </a:ln>
        </p:spPr>
        <p:txBody>
          <a:bodyPr wrap="none" lIns="0" tIns="0" rIns="0" bIns="0" anchor="t">
            <a:noAutofit/>
          </a:bodyPr>
          <a:lstStyle>
            <a:defPPr algn="l">
              <a:defRPr sz="7200" b="1">
                <a:solidFill>
                  <a:srgbClr val="D5001C"/>
                </a:solidFill>
                <a:latin typeface="Arial"/>
                <a:ea typeface="Arial"/>
                <a:cs typeface="Arial"/>
              </a:defRPr>
            </a:defPPr>
            <a:lvl1pPr algn="l">
              <a:defRPr sz="7200" b="1">
                <a:solidFill>
                  <a:srgbClr val="D5001C"/>
                </a:solidFill>
                <a:latin typeface="Arial"/>
                <a:ea typeface="Arial"/>
                <a:cs typeface="Arial"/>
              </a:defRPr>
            </a:lvl1pPr>
            <a:lvl2pPr algn="l">
              <a:defRPr sz="7200" b="1">
                <a:solidFill>
                  <a:srgbClr val="D5001C"/>
                </a:solidFill>
                <a:latin typeface="Arial"/>
                <a:ea typeface="Arial"/>
                <a:cs typeface="Arial"/>
              </a:defRPr>
            </a:lvl2pPr>
            <a:lvl3pPr algn="l">
              <a:defRPr sz="7200" b="1">
                <a:solidFill>
                  <a:srgbClr val="D5001C"/>
                </a:solidFill>
                <a:latin typeface="Arial"/>
                <a:ea typeface="Arial"/>
                <a:cs typeface="Arial"/>
              </a:defRPr>
            </a:lvl3pPr>
            <a:lvl4pPr algn="l">
              <a:defRPr sz="7200" b="1">
                <a:solidFill>
                  <a:srgbClr val="D5001C"/>
                </a:solidFill>
                <a:latin typeface="Arial"/>
                <a:ea typeface="Arial"/>
                <a:cs typeface="Arial"/>
              </a:defRPr>
            </a:lvl4pPr>
            <a:lvl5pPr algn="l">
              <a:defRPr sz="7200" b="1">
                <a:solidFill>
                  <a:srgbClr val="D5001C"/>
                </a:solidFill>
                <a:latin typeface="Arial"/>
                <a:ea typeface="Arial"/>
                <a:cs typeface="Arial"/>
              </a:defRPr>
            </a:lvl5pPr>
            <a:lvl6pPr algn="l">
              <a:defRPr sz="7200" b="1">
                <a:solidFill>
                  <a:srgbClr val="D5001C"/>
                </a:solidFill>
                <a:latin typeface="Arial"/>
                <a:ea typeface="Arial"/>
                <a:cs typeface="Arial"/>
              </a:defRPr>
            </a:lvl6pPr>
            <a:lvl7pPr algn="l">
              <a:defRPr sz="7200" b="1">
                <a:solidFill>
                  <a:srgbClr val="D5001C"/>
                </a:solidFill>
                <a:latin typeface="Arial"/>
                <a:ea typeface="Arial"/>
                <a:cs typeface="Arial"/>
              </a:defRPr>
            </a:lvl7pPr>
            <a:lvl8pPr algn="l">
              <a:defRPr sz="7200" b="1">
                <a:solidFill>
                  <a:srgbClr val="D5001C"/>
                </a:solidFill>
                <a:latin typeface="Arial"/>
                <a:ea typeface="Arial"/>
                <a:cs typeface="Arial"/>
              </a:defRPr>
            </a:lvl8pPr>
            <a:lvl9pPr algn="l">
              <a:defRPr sz="7200" b="1">
                <a:solidFill>
                  <a:srgbClr val="D5001C"/>
                </a:solidFill>
                <a:latin typeface="Arial"/>
                <a:ea typeface="Arial"/>
                <a:cs typeface="Arial"/>
              </a:defRPr>
            </a:lvl9pPr>
          </a:lstStyle>
          <a:p>
            <a:pPr algn="l">
              <a:defRPr sz="7200" b="1">
                <a:solidFill>
                  <a:srgbClr val="D5001C"/>
                </a:solidFill>
                <a:latin typeface="Arial"/>
                <a:ea typeface="Arial"/>
                <a:cs typeface="Arial"/>
              </a:defRPr>
            </a:pPr>
            <a:r>
              <a:rPr sz="7200" b="1" dirty="0">
                <a:solidFill>
                  <a:srgbClr val="D5001C"/>
                </a:solidFill>
                <a:latin typeface="Arial"/>
                <a:ea typeface="Arial"/>
                <a:cs typeface="Arial"/>
              </a:rPr>
              <a:t>Thank you</a:t>
            </a:r>
          </a:p>
        </p:txBody>
      </p:sp>
    </p:spTree>
    <p:extLst>
      <p:ext uri="{BB962C8B-B14F-4D97-AF65-F5344CB8AC3E}">
        <p14:creationId xmlns:p14="http://schemas.microsoft.com/office/powerpoint/2010/main" val="1234460939"/>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TotalTime>
  <Words>1232</Words>
  <Application>Microsoft Office PowerPoint</Application>
  <DocSecurity>0</DocSecurity>
  <PresentationFormat>Widescreen</PresentationFormat>
  <Paragraphs>104</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Trương Nam</cp:lastModifiedBy>
  <cp:revision>1</cp:revision>
  <dcterms:created xsi:type="dcterms:W3CDTF">2026-10-24T12:21:25Z</dcterms:created>
  <dcterms:modified xsi:type="dcterms:W3CDTF">2026-10-24T17:46:04Z</dcterms:modified>
</cp:coreProperties>
</file>